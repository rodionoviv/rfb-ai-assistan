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7" r:id="rId7"/>
    <p:sldId id="266" r:id="rId8"/>
    <p:sldId id="273" r:id="rId9"/>
    <p:sldId id="271" r:id="rId10"/>
    <p:sldId id="272" r:id="rId11"/>
    <p:sldId id="259" r:id="rId12"/>
    <p:sldId id="268" r:id="rId13"/>
    <p:sldId id="265" r:id="rId14"/>
    <p:sldId id="269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010"/>
    <a:srgbClr val="F3DD00"/>
    <a:srgbClr val="413E1A"/>
    <a:srgbClr val="201D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B98D39-3CAA-4BD8-8E69-C339310FDF8D}" v="738" dt="2025-11-17T14:38:38.162"/>
    <p1510:client id="{8824C532-E689-4E4F-B063-B6617E020EB4}" v="4" dt="2025-11-17T14:41:1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E03D82-C6F6-694F-85D4-9B7D9665AED3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DE5EFD4-2DBC-2644-A02D-3B32905A5F12}">
      <dgm:prSet custT="1"/>
      <dgm:spPr>
        <a:solidFill>
          <a:srgbClr val="F3DD00"/>
        </a:solidFill>
        <a:ln>
          <a:solidFill>
            <a:srgbClr val="F3DD00"/>
          </a:solidFill>
        </a:ln>
      </dgm:spPr>
      <dgm:t>
        <a:bodyPr/>
        <a:lstStyle/>
        <a:p>
          <a:r>
            <a:rPr lang="ru-RU" sz="1700" b="1" dirty="0">
              <a:solidFill>
                <a:schemeClr val="tx1"/>
              </a:solidFill>
              <a:latin typeface="+mn-lt"/>
            </a:rPr>
            <a:t>Венчурные фонды и инвестиционные компании</a:t>
          </a:r>
        </a:p>
      </dgm:t>
    </dgm:pt>
    <dgm:pt modelId="{20950FB8-6AA7-4242-B7E4-78C4C7D975D7}" type="parTrans" cxnId="{E10C2387-B264-2E4B-867C-2952EE7CD8E1}">
      <dgm:prSet/>
      <dgm:spPr/>
      <dgm:t>
        <a:bodyPr/>
        <a:lstStyle/>
        <a:p>
          <a:endParaRPr lang="ru-RU"/>
        </a:p>
      </dgm:t>
    </dgm:pt>
    <dgm:pt modelId="{079B81F1-B376-E54F-8E92-813F85B30A13}" type="sibTrans" cxnId="{E10C2387-B264-2E4B-867C-2952EE7CD8E1}">
      <dgm:prSet/>
      <dgm:spPr/>
      <dgm:t>
        <a:bodyPr/>
        <a:lstStyle/>
        <a:p>
          <a:endParaRPr lang="ru-RU"/>
        </a:p>
      </dgm:t>
    </dgm:pt>
    <dgm:pt modelId="{1EBA1B76-7226-9F40-9AF7-8751568E244C}">
      <dgm:prSet custT="1"/>
      <dgm:spPr>
        <a:ln>
          <a:solidFill>
            <a:srgbClr val="F3DD00"/>
          </a:solidFill>
        </a:ln>
      </dgm:spPr>
      <dgm:t>
        <a:bodyPr/>
        <a:lstStyle/>
        <a:p>
          <a:r>
            <a:rPr lang="ru-RU" sz="1400" b="1" dirty="0">
              <a:latin typeface="+mn-lt"/>
            </a:rPr>
            <a:t>Аналитики и инвестиционные менеджеры</a:t>
          </a:r>
        </a:p>
        <a:p>
          <a:r>
            <a:rPr lang="ru-RU" sz="1400" dirty="0">
              <a:latin typeface="+mn-lt"/>
            </a:rPr>
            <a:t>Обрабатывают основной поток питчей, делает первичный анализ, выявляет риски, готовит краткие выводы. Формирует </a:t>
          </a:r>
          <a:r>
            <a:rPr lang="en" sz="1400" dirty="0">
              <a:latin typeface="+mn-lt"/>
            </a:rPr>
            <a:t>shortlist </a:t>
          </a:r>
          <a:r>
            <a:rPr lang="ru-RU" sz="1400" dirty="0">
              <a:latin typeface="+mn-lt"/>
            </a:rPr>
            <a:t>проектов, сравнивают компании между собой, проводит быстрый </a:t>
          </a:r>
          <a:r>
            <a:rPr lang="en" sz="1400" dirty="0">
              <a:latin typeface="+mn-lt"/>
            </a:rPr>
            <a:t>due diligence.</a:t>
          </a:r>
          <a:endParaRPr lang="ru-RU" sz="1400" dirty="0">
            <a:latin typeface="+mn-lt"/>
          </a:endParaRPr>
        </a:p>
      </dgm:t>
    </dgm:pt>
    <dgm:pt modelId="{598E0FD5-28F3-214E-A441-E897CD6A2EDF}" type="parTrans" cxnId="{96B75350-1BC3-AD44-BD61-99FECBACB49D}">
      <dgm:prSet/>
      <dgm:spPr>
        <a:ln>
          <a:solidFill>
            <a:srgbClr val="F3DD00"/>
          </a:solidFill>
        </a:ln>
      </dgm:spPr>
      <dgm:t>
        <a:bodyPr/>
        <a:lstStyle/>
        <a:p>
          <a:endParaRPr lang="ru-RU">
            <a:latin typeface="+mn-lt"/>
          </a:endParaRPr>
        </a:p>
      </dgm:t>
    </dgm:pt>
    <dgm:pt modelId="{5136C99E-7EA5-0C48-9B2E-37E0DE05EC12}" type="sibTrans" cxnId="{96B75350-1BC3-AD44-BD61-99FECBACB49D}">
      <dgm:prSet/>
      <dgm:spPr/>
      <dgm:t>
        <a:bodyPr/>
        <a:lstStyle/>
        <a:p>
          <a:endParaRPr lang="ru-RU"/>
        </a:p>
      </dgm:t>
    </dgm:pt>
    <dgm:pt modelId="{37125699-C6C3-8240-BD13-D986A4AEB559}">
      <dgm:prSet custT="1"/>
      <dgm:spPr>
        <a:solidFill>
          <a:srgbClr val="F3DD00"/>
        </a:solidFill>
        <a:ln>
          <a:solidFill>
            <a:srgbClr val="F3DD00"/>
          </a:solidFill>
        </a:ln>
      </dgm:spPr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>
              <a:solidFill>
                <a:srgbClr val="101010"/>
              </a:solidFill>
              <a:latin typeface="+mn-lt"/>
              <a:ea typeface="+mn-ea"/>
              <a:cs typeface="+mn-cs"/>
            </a:rPr>
            <a:t>Акселераторы, инкубаторы и корпоративные программы</a:t>
          </a:r>
        </a:p>
      </dgm:t>
    </dgm:pt>
    <dgm:pt modelId="{4CE3A3AB-1779-AA47-B06A-D536FA30FCA7}" type="parTrans" cxnId="{CCF413B0-5752-B845-9149-8929574BD21B}">
      <dgm:prSet/>
      <dgm:spPr/>
      <dgm:t>
        <a:bodyPr/>
        <a:lstStyle/>
        <a:p>
          <a:endParaRPr lang="ru-RU"/>
        </a:p>
      </dgm:t>
    </dgm:pt>
    <dgm:pt modelId="{D792A95B-65C7-A648-858A-71554B28FC56}" type="sibTrans" cxnId="{CCF413B0-5752-B845-9149-8929574BD21B}">
      <dgm:prSet/>
      <dgm:spPr/>
      <dgm:t>
        <a:bodyPr/>
        <a:lstStyle/>
        <a:p>
          <a:endParaRPr lang="ru-RU"/>
        </a:p>
      </dgm:t>
    </dgm:pt>
    <dgm:pt modelId="{F99124D9-E802-2C41-8420-115A399280BD}">
      <dgm:prSet custT="1"/>
      <dgm:spPr>
        <a:ln>
          <a:solidFill>
            <a:srgbClr val="F3DD00"/>
          </a:solidFill>
        </a:ln>
      </dgm:spPr>
      <dgm:t>
        <a:bodyPr/>
        <a:lstStyle/>
        <a:p>
          <a:r>
            <a:rPr lang="ru-RU" sz="1400" b="1" dirty="0">
              <a:latin typeface="+mn-lt"/>
            </a:rPr>
            <a:t>Скаут / Менеджер акселерационной программы</a:t>
          </a:r>
        </a:p>
        <a:p>
          <a:r>
            <a:rPr lang="ru-RU" sz="1400" dirty="0">
              <a:latin typeface="+mn-lt"/>
            </a:rPr>
            <a:t>Принимают и сортируют заявки, фильтрует десятки–сотни проектов по презентациям и анкетам. Отбирают стартапы для треков, требует структурированных критериев оценки и объективных сравнений.</a:t>
          </a:r>
        </a:p>
      </dgm:t>
    </dgm:pt>
    <dgm:pt modelId="{8DC94E77-EF55-BE47-BC1B-84C342903F90}" type="parTrans" cxnId="{09F8B152-A833-BB45-8C43-8FA1E1E964DE}">
      <dgm:prSet/>
      <dgm:spPr>
        <a:ln>
          <a:solidFill>
            <a:srgbClr val="F3DD00"/>
          </a:solidFill>
        </a:ln>
      </dgm:spPr>
      <dgm:t>
        <a:bodyPr/>
        <a:lstStyle/>
        <a:p>
          <a:endParaRPr lang="ru-RU">
            <a:latin typeface="+mn-lt"/>
          </a:endParaRPr>
        </a:p>
      </dgm:t>
    </dgm:pt>
    <dgm:pt modelId="{FB7CA0CF-8012-C94E-B41D-DABFFD9836BB}" type="sibTrans" cxnId="{09F8B152-A833-BB45-8C43-8FA1E1E964DE}">
      <dgm:prSet/>
      <dgm:spPr/>
      <dgm:t>
        <a:bodyPr/>
        <a:lstStyle/>
        <a:p>
          <a:endParaRPr lang="ru-RU"/>
        </a:p>
      </dgm:t>
    </dgm:pt>
    <dgm:pt modelId="{2B5BF5F7-4253-6F42-ACE2-85AF7E1D2A4B}">
      <dgm:prSet custT="1"/>
      <dgm:spPr>
        <a:ln>
          <a:solidFill>
            <a:srgbClr val="F3DD00"/>
          </a:solidFill>
        </a:ln>
      </dgm:spPr>
      <dgm:t>
        <a:bodyPr/>
        <a:lstStyle/>
        <a:p>
          <a:r>
            <a:rPr lang="ru-RU" sz="1400" b="1" kern="1200" dirty="0">
              <a:latin typeface="+mn-lt"/>
              <a:ea typeface="+mn-ea"/>
              <a:cs typeface="+mn-cs"/>
            </a:rPr>
            <a:t>Аналитики экосистем крупных компаний </a:t>
          </a:r>
          <a:br>
            <a:rPr lang="ru-RU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</a:br>
          <a:r>
            <a:rPr lang="ru-RU" sz="1400" b="1" kern="1200" dirty="0">
              <a:latin typeface="+mn-lt"/>
              <a:ea typeface="+mn-ea"/>
              <a:cs typeface="+mn-cs"/>
            </a:rPr>
            <a:t>(Сбер, ВТБ, Тинькофф, МТС, Газпром Нефть и др.)</a:t>
          </a:r>
        </a:p>
        <a:p>
          <a:r>
            <a:rPr lang="ru-RU" sz="1400" kern="1200" dirty="0">
              <a:latin typeface="+mn-lt"/>
              <a:ea typeface="+mn-ea"/>
              <a:cs typeface="+mn-cs"/>
            </a:rPr>
            <a:t>Проводят экспертный анализ стартапов для пилотов и </a:t>
          </a:r>
          <a:r>
            <a:rPr lang="en" sz="1400" kern="1200" dirty="0">
              <a:latin typeface="+mn-lt"/>
              <a:ea typeface="+mn-ea"/>
              <a:cs typeface="+mn-cs"/>
            </a:rPr>
            <a:t>PoC, </a:t>
          </a:r>
          <a:r>
            <a:rPr lang="ru-RU" sz="1400" kern="1200" dirty="0">
              <a:latin typeface="+mn-lt"/>
              <a:ea typeface="+mn-ea"/>
              <a:cs typeface="+mn-cs"/>
            </a:rPr>
            <a:t>оценивают релевантность решения.</a:t>
          </a:r>
        </a:p>
      </dgm:t>
    </dgm:pt>
    <dgm:pt modelId="{D4265BE9-43CB-7F40-8E2D-F68663415FF1}" type="parTrans" cxnId="{F7CABBB4-F8C0-A04D-A09F-F95287F8AA60}">
      <dgm:prSet/>
      <dgm:spPr>
        <a:ln>
          <a:solidFill>
            <a:srgbClr val="F3DD00"/>
          </a:solidFill>
        </a:ln>
      </dgm:spPr>
      <dgm:t>
        <a:bodyPr/>
        <a:lstStyle/>
        <a:p>
          <a:endParaRPr lang="ru-RU">
            <a:latin typeface="+mn-lt"/>
          </a:endParaRPr>
        </a:p>
      </dgm:t>
    </dgm:pt>
    <dgm:pt modelId="{787398E4-24AB-2B43-9293-F1E43CF290F1}" type="sibTrans" cxnId="{F7CABBB4-F8C0-A04D-A09F-F95287F8AA60}">
      <dgm:prSet/>
      <dgm:spPr/>
      <dgm:t>
        <a:bodyPr/>
        <a:lstStyle/>
        <a:p>
          <a:endParaRPr lang="ru-RU"/>
        </a:p>
      </dgm:t>
    </dgm:pt>
    <dgm:pt modelId="{6735EBE3-EEF1-C64F-9B2A-BFB461A320B9}">
      <dgm:prSet custT="1"/>
      <dgm:spPr>
        <a:solidFill>
          <a:srgbClr val="F3DD00"/>
        </a:solidFill>
        <a:ln>
          <a:solidFill>
            <a:srgbClr val="F3DD00"/>
          </a:solidFill>
        </a:ln>
      </dgm:spPr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>
              <a:solidFill>
                <a:srgbClr val="101010"/>
              </a:solidFill>
              <a:latin typeface="+mn-lt"/>
              <a:ea typeface="+mn-ea"/>
              <a:cs typeface="+mn-cs"/>
            </a:rPr>
            <a:t>Бизнес-ангелы и инвестиционные клубы</a:t>
          </a:r>
        </a:p>
      </dgm:t>
    </dgm:pt>
    <dgm:pt modelId="{BB72D388-3AC1-2540-A408-9419AC28A670}" type="parTrans" cxnId="{80D8A117-6190-3B44-8CAE-5FDBC49030A2}">
      <dgm:prSet/>
      <dgm:spPr/>
      <dgm:t>
        <a:bodyPr/>
        <a:lstStyle/>
        <a:p>
          <a:endParaRPr lang="ru-RU"/>
        </a:p>
      </dgm:t>
    </dgm:pt>
    <dgm:pt modelId="{1AA4E32D-CE06-934C-AA01-45F6EE98C6A8}" type="sibTrans" cxnId="{80D8A117-6190-3B44-8CAE-5FDBC49030A2}">
      <dgm:prSet/>
      <dgm:spPr/>
      <dgm:t>
        <a:bodyPr/>
        <a:lstStyle/>
        <a:p>
          <a:endParaRPr lang="ru-RU"/>
        </a:p>
      </dgm:t>
    </dgm:pt>
    <dgm:pt modelId="{EA0E6698-34C5-324F-9171-8DA90334D41B}">
      <dgm:prSet custT="1"/>
      <dgm:spPr>
        <a:ln>
          <a:solidFill>
            <a:srgbClr val="F3DD00"/>
          </a:solidFill>
        </a:ln>
      </dgm:spPr>
      <dgm:t>
        <a:bodyPr/>
        <a:lstStyle/>
        <a:p>
          <a:r>
            <a:rPr lang="ru-RU" sz="1400" b="1" dirty="0">
              <a:latin typeface="+mn-lt"/>
            </a:rPr>
            <a:t>Частный ангел-инвестор </a:t>
          </a:r>
        </a:p>
        <a:p>
          <a:r>
            <a:rPr lang="ru-RU" sz="1400" dirty="0">
              <a:latin typeface="+mn-lt"/>
            </a:rPr>
            <a:t>Получает большое количество проектов через личные контакты и соцсети, нуждается в быстрой </a:t>
          </a:r>
          <a:r>
            <a:rPr lang="en" sz="1400" dirty="0">
              <a:latin typeface="+mn-lt"/>
            </a:rPr>
            <a:t>sanity-check </a:t>
          </a:r>
          <a:r>
            <a:rPr lang="ru-RU" sz="1400" dirty="0">
              <a:latin typeface="+mn-lt"/>
            </a:rPr>
            <a:t>оценке.</a:t>
          </a:r>
        </a:p>
      </dgm:t>
    </dgm:pt>
    <dgm:pt modelId="{C2A4E6D4-A9B7-F448-B1DB-27224F659E91}" type="parTrans" cxnId="{154145D0-5947-4444-A5BE-30BAC4028757}">
      <dgm:prSet/>
      <dgm:spPr>
        <a:ln>
          <a:solidFill>
            <a:srgbClr val="F3DD00"/>
          </a:solidFill>
        </a:ln>
      </dgm:spPr>
      <dgm:t>
        <a:bodyPr/>
        <a:lstStyle/>
        <a:p>
          <a:endParaRPr lang="ru-RU">
            <a:latin typeface="+mn-lt"/>
          </a:endParaRPr>
        </a:p>
      </dgm:t>
    </dgm:pt>
    <dgm:pt modelId="{5C9FA54F-81EF-7E4F-AEF1-ED9FDBDB0FF8}" type="sibTrans" cxnId="{154145D0-5947-4444-A5BE-30BAC4028757}">
      <dgm:prSet/>
      <dgm:spPr/>
      <dgm:t>
        <a:bodyPr/>
        <a:lstStyle/>
        <a:p>
          <a:endParaRPr lang="ru-RU"/>
        </a:p>
      </dgm:t>
    </dgm:pt>
    <dgm:pt modelId="{568C6543-7E31-E54D-A01D-26678C7A6B1E}">
      <dgm:prSet custT="1"/>
      <dgm:spPr>
        <a:ln>
          <a:solidFill>
            <a:srgbClr val="F3DD00"/>
          </a:solidFill>
        </a:ln>
      </dgm:spPr>
      <dgm:t>
        <a:bodyPr/>
        <a:lstStyle/>
        <a:p>
          <a:r>
            <a:rPr lang="ru-RU" sz="1400" b="1" dirty="0">
              <a:latin typeface="+mn-lt"/>
            </a:rPr>
            <a:t>Аналитик инвестиционного клуба / сообщества </a:t>
          </a:r>
        </a:p>
        <a:p>
          <a:r>
            <a:rPr lang="ru-RU" sz="1400" dirty="0">
              <a:latin typeface="+mn-lt"/>
            </a:rPr>
            <a:t>Готовит аналитические записки для участников клуба, требует быстрых и качественных разборов.</a:t>
          </a:r>
        </a:p>
      </dgm:t>
    </dgm:pt>
    <dgm:pt modelId="{F854B230-DBA0-FF42-917A-C3DCE5BCBB92}" type="parTrans" cxnId="{D642F8FA-83CD-784D-A797-5B3858F68F8F}">
      <dgm:prSet/>
      <dgm:spPr>
        <a:ln>
          <a:solidFill>
            <a:srgbClr val="F3DD00"/>
          </a:solidFill>
        </a:ln>
      </dgm:spPr>
      <dgm:t>
        <a:bodyPr/>
        <a:lstStyle/>
        <a:p>
          <a:endParaRPr lang="ru-RU">
            <a:latin typeface="+mn-lt"/>
          </a:endParaRPr>
        </a:p>
      </dgm:t>
    </dgm:pt>
    <dgm:pt modelId="{81FE5ADE-EDB7-0347-9FA9-C118DEFC52FB}" type="sibTrans" cxnId="{D642F8FA-83CD-784D-A797-5B3858F68F8F}">
      <dgm:prSet/>
      <dgm:spPr/>
      <dgm:t>
        <a:bodyPr/>
        <a:lstStyle/>
        <a:p>
          <a:endParaRPr lang="ru-RU"/>
        </a:p>
      </dgm:t>
    </dgm:pt>
    <dgm:pt modelId="{F1A6C43E-3401-6D4F-8976-CA0870D160E3}" type="pres">
      <dgm:prSet presAssocID="{F2E03D82-C6F6-694F-85D4-9B7D9665AED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B10BDD-BDF8-B44A-9093-3491D093F18E}" type="pres">
      <dgm:prSet presAssocID="{BDE5EFD4-2DBC-2644-A02D-3B32905A5F12}" presName="root" presStyleCnt="0"/>
      <dgm:spPr/>
    </dgm:pt>
    <dgm:pt modelId="{3BD8AC1A-9DD4-7846-ABB9-EE1ADEEF85EA}" type="pres">
      <dgm:prSet presAssocID="{BDE5EFD4-2DBC-2644-A02D-3B32905A5F12}" presName="rootComposite" presStyleCnt="0"/>
      <dgm:spPr/>
    </dgm:pt>
    <dgm:pt modelId="{5AA27D88-BAA1-E642-B3FD-A6D1E88E6667}" type="pres">
      <dgm:prSet presAssocID="{BDE5EFD4-2DBC-2644-A02D-3B32905A5F12}" presName="rootText" presStyleLbl="node1" presStyleIdx="0" presStyleCnt="3" custScaleY="82360"/>
      <dgm:spPr/>
    </dgm:pt>
    <dgm:pt modelId="{32503B7D-0454-6E44-A6EA-C88F327C1EBF}" type="pres">
      <dgm:prSet presAssocID="{BDE5EFD4-2DBC-2644-A02D-3B32905A5F12}" presName="rootConnector" presStyleLbl="node1" presStyleIdx="0" presStyleCnt="3"/>
      <dgm:spPr/>
    </dgm:pt>
    <dgm:pt modelId="{5C22E4A2-9AAC-1F48-A8FF-2DFA880031F9}" type="pres">
      <dgm:prSet presAssocID="{BDE5EFD4-2DBC-2644-A02D-3B32905A5F12}" presName="childShape" presStyleCnt="0"/>
      <dgm:spPr/>
    </dgm:pt>
    <dgm:pt modelId="{33E4D31C-26ED-8B44-A7AE-85B04BC1FC92}" type="pres">
      <dgm:prSet presAssocID="{598E0FD5-28F3-214E-A441-E897CD6A2EDF}" presName="Name13" presStyleLbl="parChTrans1D2" presStyleIdx="0" presStyleCnt="5"/>
      <dgm:spPr/>
    </dgm:pt>
    <dgm:pt modelId="{21C1E155-E342-6E4B-ADE5-53A150DA8575}" type="pres">
      <dgm:prSet presAssocID="{1EBA1B76-7226-9F40-9AF7-8751568E244C}" presName="childText" presStyleLbl="bgAcc1" presStyleIdx="0" presStyleCnt="5" custScaleX="120953" custScaleY="248888">
        <dgm:presLayoutVars>
          <dgm:bulletEnabled val="1"/>
        </dgm:presLayoutVars>
      </dgm:prSet>
      <dgm:spPr/>
    </dgm:pt>
    <dgm:pt modelId="{01CD931F-936B-B44F-912E-189C93690FCA}" type="pres">
      <dgm:prSet presAssocID="{37125699-C6C3-8240-BD13-D986A4AEB559}" presName="root" presStyleCnt="0"/>
      <dgm:spPr/>
    </dgm:pt>
    <dgm:pt modelId="{85B5D5B4-93ED-A048-9FA1-0E937C497283}" type="pres">
      <dgm:prSet presAssocID="{37125699-C6C3-8240-BD13-D986A4AEB559}" presName="rootComposite" presStyleCnt="0"/>
      <dgm:spPr/>
    </dgm:pt>
    <dgm:pt modelId="{317C6249-4920-BD4B-AA54-D8268E60E907}" type="pres">
      <dgm:prSet presAssocID="{37125699-C6C3-8240-BD13-D986A4AEB559}" presName="rootText" presStyleLbl="node1" presStyleIdx="1" presStyleCnt="3" custScaleX="122107" custScaleY="82360"/>
      <dgm:spPr/>
    </dgm:pt>
    <dgm:pt modelId="{FD11466B-D4E2-5645-B03D-941C5BDE2F8B}" type="pres">
      <dgm:prSet presAssocID="{37125699-C6C3-8240-BD13-D986A4AEB559}" presName="rootConnector" presStyleLbl="node1" presStyleIdx="1" presStyleCnt="3"/>
      <dgm:spPr/>
    </dgm:pt>
    <dgm:pt modelId="{DDC7B0DD-B398-1245-BD98-765981A686FF}" type="pres">
      <dgm:prSet presAssocID="{37125699-C6C3-8240-BD13-D986A4AEB559}" presName="childShape" presStyleCnt="0"/>
      <dgm:spPr/>
    </dgm:pt>
    <dgm:pt modelId="{E9770AF1-B381-FF46-851D-F5597535E5BE}" type="pres">
      <dgm:prSet presAssocID="{8DC94E77-EF55-BE47-BC1B-84C342903F90}" presName="Name13" presStyleLbl="parChTrans1D2" presStyleIdx="1" presStyleCnt="5"/>
      <dgm:spPr/>
    </dgm:pt>
    <dgm:pt modelId="{ED598B8F-F8F6-C443-8B90-DED9DC2111BB}" type="pres">
      <dgm:prSet presAssocID="{F99124D9-E802-2C41-8420-115A399280BD}" presName="childText" presStyleLbl="bgAcc1" presStyleIdx="1" presStyleCnt="5" custScaleX="139615" custScaleY="204941">
        <dgm:presLayoutVars>
          <dgm:bulletEnabled val="1"/>
        </dgm:presLayoutVars>
      </dgm:prSet>
      <dgm:spPr/>
    </dgm:pt>
    <dgm:pt modelId="{D348C761-5C86-544F-A8B8-D52139FCA632}" type="pres">
      <dgm:prSet presAssocID="{D4265BE9-43CB-7F40-8E2D-F68663415FF1}" presName="Name13" presStyleLbl="parChTrans1D2" presStyleIdx="2" presStyleCnt="5"/>
      <dgm:spPr/>
    </dgm:pt>
    <dgm:pt modelId="{A215728E-CA17-5C46-8E5F-8322931126EA}" type="pres">
      <dgm:prSet presAssocID="{2B5BF5F7-4253-6F42-ACE2-85AF7E1D2A4B}" presName="childText" presStyleLbl="bgAcc1" presStyleIdx="2" presStyleCnt="5" custScaleX="139452" custScaleY="153963">
        <dgm:presLayoutVars>
          <dgm:bulletEnabled val="1"/>
        </dgm:presLayoutVars>
      </dgm:prSet>
      <dgm:spPr/>
    </dgm:pt>
    <dgm:pt modelId="{115DC492-0B60-7C43-A9B8-491504A4B31A}" type="pres">
      <dgm:prSet presAssocID="{6735EBE3-EEF1-C64F-9B2A-BFB461A320B9}" presName="root" presStyleCnt="0"/>
      <dgm:spPr/>
    </dgm:pt>
    <dgm:pt modelId="{4786C538-C201-224C-842D-80693B04DB1E}" type="pres">
      <dgm:prSet presAssocID="{6735EBE3-EEF1-C64F-9B2A-BFB461A320B9}" presName="rootComposite" presStyleCnt="0"/>
      <dgm:spPr/>
    </dgm:pt>
    <dgm:pt modelId="{2DB192F1-57E8-444B-A50A-E0B23B55DF87}" type="pres">
      <dgm:prSet presAssocID="{6735EBE3-EEF1-C64F-9B2A-BFB461A320B9}" presName="rootText" presStyleLbl="node1" presStyleIdx="2" presStyleCnt="3" custScaleY="82360"/>
      <dgm:spPr/>
    </dgm:pt>
    <dgm:pt modelId="{2DBC488C-6FF3-0743-89A4-BA2A4A5AD787}" type="pres">
      <dgm:prSet presAssocID="{6735EBE3-EEF1-C64F-9B2A-BFB461A320B9}" presName="rootConnector" presStyleLbl="node1" presStyleIdx="2" presStyleCnt="3"/>
      <dgm:spPr/>
    </dgm:pt>
    <dgm:pt modelId="{912D4C89-0B98-BC42-A79A-F38A063D8ACF}" type="pres">
      <dgm:prSet presAssocID="{6735EBE3-EEF1-C64F-9B2A-BFB461A320B9}" presName="childShape" presStyleCnt="0"/>
      <dgm:spPr/>
    </dgm:pt>
    <dgm:pt modelId="{44E4E2CC-F8A6-664E-9E03-F7D446E71F03}" type="pres">
      <dgm:prSet presAssocID="{C2A4E6D4-A9B7-F448-B1DB-27224F659E91}" presName="Name13" presStyleLbl="parChTrans1D2" presStyleIdx="3" presStyleCnt="5"/>
      <dgm:spPr/>
    </dgm:pt>
    <dgm:pt modelId="{87D18B3F-A845-6A4D-9C98-4C49193FD119}" type="pres">
      <dgm:prSet presAssocID="{EA0E6698-34C5-324F-9171-8DA90334D41B}" presName="childText" presStyleLbl="bgAcc1" presStyleIdx="3" presStyleCnt="5" custScaleX="115719" custScaleY="130460">
        <dgm:presLayoutVars>
          <dgm:bulletEnabled val="1"/>
        </dgm:presLayoutVars>
      </dgm:prSet>
      <dgm:spPr/>
    </dgm:pt>
    <dgm:pt modelId="{4C292134-74FD-0A43-902B-6B3630CA3606}" type="pres">
      <dgm:prSet presAssocID="{F854B230-DBA0-FF42-917A-C3DCE5BCBB92}" presName="Name13" presStyleLbl="parChTrans1D2" presStyleIdx="4" presStyleCnt="5"/>
      <dgm:spPr/>
    </dgm:pt>
    <dgm:pt modelId="{8809429D-51BE-D641-8BA9-DE4C36237235}" type="pres">
      <dgm:prSet presAssocID="{568C6543-7E31-E54D-A01D-26678C7A6B1E}" presName="childText" presStyleLbl="bgAcc1" presStyleIdx="4" presStyleCnt="5" custScaleX="115764" custScaleY="137451">
        <dgm:presLayoutVars>
          <dgm:bulletEnabled val="1"/>
        </dgm:presLayoutVars>
      </dgm:prSet>
      <dgm:spPr/>
    </dgm:pt>
  </dgm:ptLst>
  <dgm:cxnLst>
    <dgm:cxn modelId="{08FE1204-436F-3749-8BD8-3CCDD4639C76}" type="presOf" srcId="{37125699-C6C3-8240-BD13-D986A4AEB559}" destId="{317C6249-4920-BD4B-AA54-D8268E60E907}" srcOrd="0" destOrd="0" presId="urn:microsoft.com/office/officeart/2005/8/layout/hierarchy3"/>
    <dgm:cxn modelId="{38C2F006-6936-8A48-8450-70ADFA1B3393}" type="presOf" srcId="{6735EBE3-EEF1-C64F-9B2A-BFB461A320B9}" destId="{2DB192F1-57E8-444B-A50A-E0B23B55DF87}" srcOrd="0" destOrd="0" presId="urn:microsoft.com/office/officeart/2005/8/layout/hierarchy3"/>
    <dgm:cxn modelId="{80D8A117-6190-3B44-8CAE-5FDBC49030A2}" srcId="{F2E03D82-C6F6-694F-85D4-9B7D9665AED3}" destId="{6735EBE3-EEF1-C64F-9B2A-BFB461A320B9}" srcOrd="2" destOrd="0" parTransId="{BB72D388-3AC1-2540-A408-9419AC28A670}" sibTransId="{1AA4E32D-CE06-934C-AA01-45F6EE98C6A8}"/>
    <dgm:cxn modelId="{6E0DC01B-9265-9941-8EFE-E7F2A2FBAB8F}" type="presOf" srcId="{568C6543-7E31-E54D-A01D-26678C7A6B1E}" destId="{8809429D-51BE-D641-8BA9-DE4C36237235}" srcOrd="0" destOrd="0" presId="urn:microsoft.com/office/officeart/2005/8/layout/hierarchy3"/>
    <dgm:cxn modelId="{4A239C25-1F58-4646-82CE-06015C126C41}" type="presOf" srcId="{37125699-C6C3-8240-BD13-D986A4AEB559}" destId="{FD11466B-D4E2-5645-B03D-941C5BDE2F8B}" srcOrd="1" destOrd="0" presId="urn:microsoft.com/office/officeart/2005/8/layout/hierarchy3"/>
    <dgm:cxn modelId="{30BF2437-54C6-8941-B6FD-AD6C80F1DE77}" type="presOf" srcId="{D4265BE9-43CB-7F40-8E2D-F68663415FF1}" destId="{D348C761-5C86-544F-A8B8-D52139FCA632}" srcOrd="0" destOrd="0" presId="urn:microsoft.com/office/officeart/2005/8/layout/hierarchy3"/>
    <dgm:cxn modelId="{4070D143-E608-3F42-B90C-BFC080911757}" type="presOf" srcId="{F2E03D82-C6F6-694F-85D4-9B7D9665AED3}" destId="{F1A6C43E-3401-6D4F-8976-CA0870D160E3}" srcOrd="0" destOrd="0" presId="urn:microsoft.com/office/officeart/2005/8/layout/hierarchy3"/>
    <dgm:cxn modelId="{D88B4165-12AE-0D43-A896-CC1C9B195B00}" type="presOf" srcId="{8DC94E77-EF55-BE47-BC1B-84C342903F90}" destId="{E9770AF1-B381-FF46-851D-F5597535E5BE}" srcOrd="0" destOrd="0" presId="urn:microsoft.com/office/officeart/2005/8/layout/hierarchy3"/>
    <dgm:cxn modelId="{A357DB4B-601E-4B49-BC3F-CEE1248A61B9}" type="presOf" srcId="{6735EBE3-EEF1-C64F-9B2A-BFB461A320B9}" destId="{2DBC488C-6FF3-0743-89A4-BA2A4A5AD787}" srcOrd="1" destOrd="0" presId="urn:microsoft.com/office/officeart/2005/8/layout/hierarchy3"/>
    <dgm:cxn modelId="{96B75350-1BC3-AD44-BD61-99FECBACB49D}" srcId="{BDE5EFD4-2DBC-2644-A02D-3B32905A5F12}" destId="{1EBA1B76-7226-9F40-9AF7-8751568E244C}" srcOrd="0" destOrd="0" parTransId="{598E0FD5-28F3-214E-A441-E897CD6A2EDF}" sibTransId="{5136C99E-7EA5-0C48-9B2E-37E0DE05EC12}"/>
    <dgm:cxn modelId="{09F8B152-A833-BB45-8C43-8FA1E1E964DE}" srcId="{37125699-C6C3-8240-BD13-D986A4AEB559}" destId="{F99124D9-E802-2C41-8420-115A399280BD}" srcOrd="0" destOrd="0" parTransId="{8DC94E77-EF55-BE47-BC1B-84C342903F90}" sibTransId="{FB7CA0CF-8012-C94E-B41D-DABFFD9836BB}"/>
    <dgm:cxn modelId="{3F61C278-630C-F64F-89DA-92F304DA96C8}" type="presOf" srcId="{C2A4E6D4-A9B7-F448-B1DB-27224F659E91}" destId="{44E4E2CC-F8A6-664E-9E03-F7D446E71F03}" srcOrd="0" destOrd="0" presId="urn:microsoft.com/office/officeart/2005/8/layout/hierarchy3"/>
    <dgm:cxn modelId="{9BBC3183-C359-0449-9C83-9E1D680F9994}" type="presOf" srcId="{1EBA1B76-7226-9F40-9AF7-8751568E244C}" destId="{21C1E155-E342-6E4B-ADE5-53A150DA8575}" srcOrd="0" destOrd="0" presId="urn:microsoft.com/office/officeart/2005/8/layout/hierarchy3"/>
    <dgm:cxn modelId="{E10C2387-B264-2E4B-867C-2952EE7CD8E1}" srcId="{F2E03D82-C6F6-694F-85D4-9B7D9665AED3}" destId="{BDE5EFD4-2DBC-2644-A02D-3B32905A5F12}" srcOrd="0" destOrd="0" parTransId="{20950FB8-6AA7-4242-B7E4-78C4C7D975D7}" sibTransId="{079B81F1-B376-E54F-8E92-813F85B30A13}"/>
    <dgm:cxn modelId="{9C3C99A1-4F5C-DE4E-A7D6-72B32D78E4E5}" type="presOf" srcId="{F854B230-DBA0-FF42-917A-C3DCE5BCBB92}" destId="{4C292134-74FD-0A43-902B-6B3630CA3606}" srcOrd="0" destOrd="0" presId="urn:microsoft.com/office/officeart/2005/8/layout/hierarchy3"/>
    <dgm:cxn modelId="{00C3F8A8-559F-9E42-85B2-E0F7F141CD84}" type="presOf" srcId="{598E0FD5-28F3-214E-A441-E897CD6A2EDF}" destId="{33E4D31C-26ED-8B44-A7AE-85B04BC1FC92}" srcOrd="0" destOrd="0" presId="urn:microsoft.com/office/officeart/2005/8/layout/hierarchy3"/>
    <dgm:cxn modelId="{CCF413B0-5752-B845-9149-8929574BD21B}" srcId="{F2E03D82-C6F6-694F-85D4-9B7D9665AED3}" destId="{37125699-C6C3-8240-BD13-D986A4AEB559}" srcOrd="1" destOrd="0" parTransId="{4CE3A3AB-1779-AA47-B06A-D536FA30FCA7}" sibTransId="{D792A95B-65C7-A648-858A-71554B28FC56}"/>
    <dgm:cxn modelId="{3F0E59B0-1A8B-4E4A-A342-7348CE8F9B3B}" type="presOf" srcId="{EA0E6698-34C5-324F-9171-8DA90334D41B}" destId="{87D18B3F-A845-6A4D-9C98-4C49193FD119}" srcOrd="0" destOrd="0" presId="urn:microsoft.com/office/officeart/2005/8/layout/hierarchy3"/>
    <dgm:cxn modelId="{F7CABBB4-F8C0-A04D-A09F-F95287F8AA60}" srcId="{37125699-C6C3-8240-BD13-D986A4AEB559}" destId="{2B5BF5F7-4253-6F42-ACE2-85AF7E1D2A4B}" srcOrd="1" destOrd="0" parTransId="{D4265BE9-43CB-7F40-8E2D-F68663415FF1}" sibTransId="{787398E4-24AB-2B43-9293-F1E43CF290F1}"/>
    <dgm:cxn modelId="{9A50FBBD-0F54-C64A-92A5-D7F9F99A5FFE}" type="presOf" srcId="{2B5BF5F7-4253-6F42-ACE2-85AF7E1D2A4B}" destId="{A215728E-CA17-5C46-8E5F-8322931126EA}" srcOrd="0" destOrd="0" presId="urn:microsoft.com/office/officeart/2005/8/layout/hierarchy3"/>
    <dgm:cxn modelId="{154145D0-5947-4444-A5BE-30BAC4028757}" srcId="{6735EBE3-EEF1-C64F-9B2A-BFB461A320B9}" destId="{EA0E6698-34C5-324F-9171-8DA90334D41B}" srcOrd="0" destOrd="0" parTransId="{C2A4E6D4-A9B7-F448-B1DB-27224F659E91}" sibTransId="{5C9FA54F-81EF-7E4F-AEF1-ED9FDBDB0FF8}"/>
    <dgm:cxn modelId="{A730B9DA-9911-E242-96C1-2ADBAD57E01A}" type="presOf" srcId="{BDE5EFD4-2DBC-2644-A02D-3B32905A5F12}" destId="{32503B7D-0454-6E44-A6EA-C88F327C1EBF}" srcOrd="1" destOrd="0" presId="urn:microsoft.com/office/officeart/2005/8/layout/hierarchy3"/>
    <dgm:cxn modelId="{A475DCF5-83AF-AE4C-BF43-DED910FC5A0C}" type="presOf" srcId="{F99124D9-E802-2C41-8420-115A399280BD}" destId="{ED598B8F-F8F6-C443-8B90-DED9DC2111BB}" srcOrd="0" destOrd="0" presId="urn:microsoft.com/office/officeart/2005/8/layout/hierarchy3"/>
    <dgm:cxn modelId="{D642F8FA-83CD-784D-A797-5B3858F68F8F}" srcId="{6735EBE3-EEF1-C64F-9B2A-BFB461A320B9}" destId="{568C6543-7E31-E54D-A01D-26678C7A6B1E}" srcOrd="1" destOrd="0" parTransId="{F854B230-DBA0-FF42-917A-C3DCE5BCBB92}" sibTransId="{81FE5ADE-EDB7-0347-9FA9-C118DEFC52FB}"/>
    <dgm:cxn modelId="{4419C7FC-89E4-A34C-B754-B80B5ABBE6F9}" type="presOf" srcId="{BDE5EFD4-2DBC-2644-A02D-3B32905A5F12}" destId="{5AA27D88-BAA1-E642-B3FD-A6D1E88E6667}" srcOrd="0" destOrd="0" presId="urn:microsoft.com/office/officeart/2005/8/layout/hierarchy3"/>
    <dgm:cxn modelId="{59377143-DDCF-804D-91DA-A3B3D664C8FA}" type="presParOf" srcId="{F1A6C43E-3401-6D4F-8976-CA0870D160E3}" destId="{A9B10BDD-BDF8-B44A-9093-3491D093F18E}" srcOrd="0" destOrd="0" presId="urn:microsoft.com/office/officeart/2005/8/layout/hierarchy3"/>
    <dgm:cxn modelId="{C3EC4318-C8E2-0940-B528-38A204C861C7}" type="presParOf" srcId="{A9B10BDD-BDF8-B44A-9093-3491D093F18E}" destId="{3BD8AC1A-9DD4-7846-ABB9-EE1ADEEF85EA}" srcOrd="0" destOrd="0" presId="urn:microsoft.com/office/officeart/2005/8/layout/hierarchy3"/>
    <dgm:cxn modelId="{2206BDB8-A98D-414D-AD86-E9E1D2534D7A}" type="presParOf" srcId="{3BD8AC1A-9DD4-7846-ABB9-EE1ADEEF85EA}" destId="{5AA27D88-BAA1-E642-B3FD-A6D1E88E6667}" srcOrd="0" destOrd="0" presId="urn:microsoft.com/office/officeart/2005/8/layout/hierarchy3"/>
    <dgm:cxn modelId="{1A55579C-8126-144C-9FB2-AC7AE359562D}" type="presParOf" srcId="{3BD8AC1A-9DD4-7846-ABB9-EE1ADEEF85EA}" destId="{32503B7D-0454-6E44-A6EA-C88F327C1EBF}" srcOrd="1" destOrd="0" presId="urn:microsoft.com/office/officeart/2005/8/layout/hierarchy3"/>
    <dgm:cxn modelId="{E2234343-D1B0-554E-B50F-1376A77F1326}" type="presParOf" srcId="{A9B10BDD-BDF8-B44A-9093-3491D093F18E}" destId="{5C22E4A2-9AAC-1F48-A8FF-2DFA880031F9}" srcOrd="1" destOrd="0" presId="urn:microsoft.com/office/officeart/2005/8/layout/hierarchy3"/>
    <dgm:cxn modelId="{9898054C-A696-4540-AD6D-F59E398D09E0}" type="presParOf" srcId="{5C22E4A2-9AAC-1F48-A8FF-2DFA880031F9}" destId="{33E4D31C-26ED-8B44-A7AE-85B04BC1FC92}" srcOrd="0" destOrd="0" presId="urn:microsoft.com/office/officeart/2005/8/layout/hierarchy3"/>
    <dgm:cxn modelId="{0D6C88C5-B532-2748-AC61-F7EAB3B617E5}" type="presParOf" srcId="{5C22E4A2-9AAC-1F48-A8FF-2DFA880031F9}" destId="{21C1E155-E342-6E4B-ADE5-53A150DA8575}" srcOrd="1" destOrd="0" presId="urn:microsoft.com/office/officeart/2005/8/layout/hierarchy3"/>
    <dgm:cxn modelId="{154B910E-723E-6E46-9B74-302F14CF6107}" type="presParOf" srcId="{F1A6C43E-3401-6D4F-8976-CA0870D160E3}" destId="{01CD931F-936B-B44F-912E-189C93690FCA}" srcOrd="1" destOrd="0" presId="urn:microsoft.com/office/officeart/2005/8/layout/hierarchy3"/>
    <dgm:cxn modelId="{4DA5797B-E36C-8E47-9EF8-36D773362F90}" type="presParOf" srcId="{01CD931F-936B-B44F-912E-189C93690FCA}" destId="{85B5D5B4-93ED-A048-9FA1-0E937C497283}" srcOrd="0" destOrd="0" presId="urn:microsoft.com/office/officeart/2005/8/layout/hierarchy3"/>
    <dgm:cxn modelId="{6F41C4DE-3265-5C4E-8876-3DB6BD468191}" type="presParOf" srcId="{85B5D5B4-93ED-A048-9FA1-0E937C497283}" destId="{317C6249-4920-BD4B-AA54-D8268E60E907}" srcOrd="0" destOrd="0" presId="urn:microsoft.com/office/officeart/2005/8/layout/hierarchy3"/>
    <dgm:cxn modelId="{C5B3178B-7A91-904B-B2D2-BCF22B6995E8}" type="presParOf" srcId="{85B5D5B4-93ED-A048-9FA1-0E937C497283}" destId="{FD11466B-D4E2-5645-B03D-941C5BDE2F8B}" srcOrd="1" destOrd="0" presId="urn:microsoft.com/office/officeart/2005/8/layout/hierarchy3"/>
    <dgm:cxn modelId="{800A07DB-A7D3-8A43-B485-2549F1B5E978}" type="presParOf" srcId="{01CD931F-936B-B44F-912E-189C93690FCA}" destId="{DDC7B0DD-B398-1245-BD98-765981A686FF}" srcOrd="1" destOrd="0" presId="urn:microsoft.com/office/officeart/2005/8/layout/hierarchy3"/>
    <dgm:cxn modelId="{E8CBCEB4-D67B-BB4C-A898-9AFADCAA24A8}" type="presParOf" srcId="{DDC7B0DD-B398-1245-BD98-765981A686FF}" destId="{E9770AF1-B381-FF46-851D-F5597535E5BE}" srcOrd="0" destOrd="0" presId="urn:microsoft.com/office/officeart/2005/8/layout/hierarchy3"/>
    <dgm:cxn modelId="{E7F6D6F9-8778-914A-89F7-6902A6B9325D}" type="presParOf" srcId="{DDC7B0DD-B398-1245-BD98-765981A686FF}" destId="{ED598B8F-F8F6-C443-8B90-DED9DC2111BB}" srcOrd="1" destOrd="0" presId="urn:microsoft.com/office/officeart/2005/8/layout/hierarchy3"/>
    <dgm:cxn modelId="{A02A164C-D4BA-E043-9634-418C3814067E}" type="presParOf" srcId="{DDC7B0DD-B398-1245-BD98-765981A686FF}" destId="{D348C761-5C86-544F-A8B8-D52139FCA632}" srcOrd="2" destOrd="0" presId="urn:microsoft.com/office/officeart/2005/8/layout/hierarchy3"/>
    <dgm:cxn modelId="{464B4044-5DBB-BD4D-941D-7B32B42312CE}" type="presParOf" srcId="{DDC7B0DD-B398-1245-BD98-765981A686FF}" destId="{A215728E-CA17-5C46-8E5F-8322931126EA}" srcOrd="3" destOrd="0" presId="urn:microsoft.com/office/officeart/2005/8/layout/hierarchy3"/>
    <dgm:cxn modelId="{973F531A-077C-F341-9D15-E85D6ADE38A8}" type="presParOf" srcId="{F1A6C43E-3401-6D4F-8976-CA0870D160E3}" destId="{115DC492-0B60-7C43-A9B8-491504A4B31A}" srcOrd="2" destOrd="0" presId="urn:microsoft.com/office/officeart/2005/8/layout/hierarchy3"/>
    <dgm:cxn modelId="{78C3AF44-0172-B448-8203-D2D8E6C66974}" type="presParOf" srcId="{115DC492-0B60-7C43-A9B8-491504A4B31A}" destId="{4786C538-C201-224C-842D-80693B04DB1E}" srcOrd="0" destOrd="0" presId="urn:microsoft.com/office/officeart/2005/8/layout/hierarchy3"/>
    <dgm:cxn modelId="{0DA9E1CE-6D4C-F441-8260-D396E25F09F3}" type="presParOf" srcId="{4786C538-C201-224C-842D-80693B04DB1E}" destId="{2DB192F1-57E8-444B-A50A-E0B23B55DF87}" srcOrd="0" destOrd="0" presId="urn:microsoft.com/office/officeart/2005/8/layout/hierarchy3"/>
    <dgm:cxn modelId="{FAD6D727-C035-CB4F-AEE3-59D29DD6346C}" type="presParOf" srcId="{4786C538-C201-224C-842D-80693B04DB1E}" destId="{2DBC488C-6FF3-0743-89A4-BA2A4A5AD787}" srcOrd="1" destOrd="0" presId="urn:microsoft.com/office/officeart/2005/8/layout/hierarchy3"/>
    <dgm:cxn modelId="{1EC69725-BC93-D846-8C7E-9938C832F825}" type="presParOf" srcId="{115DC492-0B60-7C43-A9B8-491504A4B31A}" destId="{912D4C89-0B98-BC42-A79A-F38A063D8ACF}" srcOrd="1" destOrd="0" presId="urn:microsoft.com/office/officeart/2005/8/layout/hierarchy3"/>
    <dgm:cxn modelId="{B9AD1047-CB37-814E-9DDE-C0728F0E7E50}" type="presParOf" srcId="{912D4C89-0B98-BC42-A79A-F38A063D8ACF}" destId="{44E4E2CC-F8A6-664E-9E03-F7D446E71F03}" srcOrd="0" destOrd="0" presId="urn:microsoft.com/office/officeart/2005/8/layout/hierarchy3"/>
    <dgm:cxn modelId="{6D4E8426-ECB9-844C-8354-613E334F0D92}" type="presParOf" srcId="{912D4C89-0B98-BC42-A79A-F38A063D8ACF}" destId="{87D18B3F-A845-6A4D-9C98-4C49193FD119}" srcOrd="1" destOrd="0" presId="urn:microsoft.com/office/officeart/2005/8/layout/hierarchy3"/>
    <dgm:cxn modelId="{541BDD36-8406-0248-8E45-425379A9661F}" type="presParOf" srcId="{912D4C89-0B98-BC42-A79A-F38A063D8ACF}" destId="{4C292134-74FD-0A43-902B-6B3630CA3606}" srcOrd="2" destOrd="0" presId="urn:microsoft.com/office/officeart/2005/8/layout/hierarchy3"/>
    <dgm:cxn modelId="{02EF24FA-10E6-2442-B6FF-CBCE327A5A40}" type="presParOf" srcId="{912D4C89-0B98-BC42-A79A-F38A063D8ACF}" destId="{8809429D-51BE-D641-8BA9-DE4C36237235}" srcOrd="3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7F36E6-512F-2049-92B1-BB17B5CCA2D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77CEE7B-64EA-5545-8611-81EB35133D80}">
      <dgm:prSet custT="1"/>
      <dgm:spPr>
        <a:solidFill>
          <a:srgbClr val="F3DD00"/>
        </a:solidFill>
        <a:ln>
          <a:solidFill>
            <a:srgbClr val="FFFF00"/>
          </a:solidFill>
        </a:ln>
      </dgm:spPr>
      <dgm:t>
        <a:bodyPr/>
        <a:lstStyle/>
        <a:p>
          <a:r>
            <a:rPr lang="ru-RU" sz="2500" b="1" dirty="0">
              <a:solidFill>
                <a:schemeClr val="tx1"/>
              </a:solidFill>
            </a:rPr>
            <a:t>Ключевые показатели качества продукта:</a:t>
          </a:r>
        </a:p>
      </dgm:t>
    </dgm:pt>
    <dgm:pt modelId="{50F1C22F-6DBC-BF44-A905-D9BBA3B1B667}" type="parTrans" cxnId="{0FB6E081-6669-9444-A237-DC77E7C7596A}">
      <dgm:prSet/>
      <dgm:spPr/>
      <dgm:t>
        <a:bodyPr/>
        <a:lstStyle/>
        <a:p>
          <a:endParaRPr lang="ru-RU"/>
        </a:p>
      </dgm:t>
    </dgm:pt>
    <dgm:pt modelId="{0EE3A5C1-2252-4345-A636-9C7D6F128D3A}" type="sibTrans" cxnId="{0FB6E081-6669-9444-A237-DC77E7C7596A}">
      <dgm:prSet/>
      <dgm:spPr/>
      <dgm:t>
        <a:bodyPr/>
        <a:lstStyle/>
        <a:p>
          <a:endParaRPr lang="ru-RU"/>
        </a:p>
      </dgm:t>
    </dgm:pt>
    <dgm:pt modelId="{061C9307-86A9-F949-86C7-44234BA53E7E}">
      <dgm:prSet custT="1"/>
      <dgm:spPr>
        <a:solidFill>
          <a:schemeClr val="bg1">
            <a:lumMod val="95000"/>
          </a:schemeClr>
        </a:solidFill>
        <a:ln>
          <a:solidFill>
            <a:srgbClr val="FFFF00"/>
          </a:solidFill>
        </a:ln>
      </dgm:spPr>
      <dgm:t>
        <a:bodyPr/>
        <a:lstStyle/>
        <a:p>
          <a:r>
            <a:rPr lang="en" sz="1700" b="1" dirty="0">
              <a:solidFill>
                <a:schemeClr val="tx1"/>
              </a:solidFill>
            </a:rPr>
            <a:t>Activation rate </a:t>
          </a:r>
          <a:endParaRPr lang="ru-RU" sz="1700" b="1" dirty="0">
            <a:solidFill>
              <a:schemeClr val="tx1"/>
            </a:solidFill>
          </a:endParaRPr>
        </a:p>
        <a:p>
          <a:r>
            <a:rPr lang="en" sz="1700" dirty="0">
              <a:solidFill>
                <a:schemeClr val="tx1"/>
              </a:solidFill>
            </a:rPr>
            <a:t> </a:t>
          </a:r>
          <a:r>
            <a:rPr lang="ru-RU" sz="1700" dirty="0">
              <a:solidFill>
                <a:schemeClr val="tx1"/>
              </a:solidFill>
            </a:rPr>
            <a:t>загрузили хотя бы один питч и получили отчёт  </a:t>
          </a:r>
        </a:p>
      </dgm:t>
    </dgm:pt>
    <dgm:pt modelId="{05299E18-5F2E-074F-9AF6-98AAAA0111EF}" type="parTrans" cxnId="{08BF010F-1D83-9341-A0D4-95FA777368DA}">
      <dgm:prSet/>
      <dgm:spPr>
        <a:solidFill>
          <a:schemeClr val="accent1">
            <a:hueOff val="0"/>
            <a:satOff val="0"/>
            <a:lumOff val="0"/>
          </a:schemeClr>
        </a:solidFill>
        <a:ln cap="flat">
          <a:solidFill>
            <a:srgbClr val="FFFF00"/>
          </a:solidFill>
          <a:headEnd w="med" len="lg"/>
        </a:ln>
      </dgm:spPr>
      <dgm:t>
        <a:bodyPr/>
        <a:lstStyle/>
        <a:p>
          <a:endParaRPr lang="ru-RU" sz="1700">
            <a:solidFill>
              <a:schemeClr val="tx1"/>
            </a:solidFill>
          </a:endParaRPr>
        </a:p>
      </dgm:t>
    </dgm:pt>
    <dgm:pt modelId="{0CE46D16-CEBE-994E-B7DA-B0D67FF3708C}" type="sibTrans" cxnId="{08BF010F-1D83-9341-A0D4-95FA777368DA}">
      <dgm:prSet/>
      <dgm:spPr/>
      <dgm:t>
        <a:bodyPr/>
        <a:lstStyle/>
        <a:p>
          <a:endParaRPr lang="ru-RU"/>
        </a:p>
      </dgm:t>
    </dgm:pt>
    <dgm:pt modelId="{42CDF517-E2A8-164C-A0F4-98CE3F9D8885}">
      <dgm:prSet custT="1"/>
      <dgm:spPr>
        <a:solidFill>
          <a:schemeClr val="bg1">
            <a:lumMod val="95000"/>
          </a:schemeClr>
        </a:solidFill>
        <a:ln>
          <a:solidFill>
            <a:srgbClr val="FFFF00"/>
          </a:solidFill>
        </a:ln>
      </dgm:spPr>
      <dgm:t>
        <a:bodyPr/>
        <a:lstStyle/>
        <a:p>
          <a:r>
            <a:rPr lang="en" sz="1700" b="1" dirty="0">
              <a:solidFill>
                <a:schemeClr val="tx1"/>
              </a:solidFill>
            </a:rPr>
            <a:t>Report quality score </a:t>
          </a:r>
          <a:r>
            <a:rPr lang="ru-RU" sz="1700" b="1" dirty="0">
              <a:solidFill>
                <a:schemeClr val="tx1"/>
              </a:solidFill>
            </a:rPr>
            <a:t>и </a:t>
          </a:r>
          <a:r>
            <a:rPr lang="en" sz="1700" b="1" dirty="0">
              <a:solidFill>
                <a:schemeClr val="tx1"/>
              </a:solidFill>
            </a:rPr>
            <a:t>CSI</a:t>
          </a:r>
          <a:r>
            <a:rPr lang="en" sz="1700" dirty="0">
              <a:solidFill>
                <a:schemeClr val="tx1"/>
              </a:solidFill>
            </a:rPr>
            <a:t> </a:t>
          </a:r>
          <a:endParaRPr lang="ru-RU" sz="1700" dirty="0">
            <a:solidFill>
              <a:schemeClr val="tx1"/>
            </a:solidFill>
          </a:endParaRPr>
        </a:p>
        <a:p>
          <a:r>
            <a:rPr lang="ru-RU" sz="1700" dirty="0">
              <a:solidFill>
                <a:schemeClr val="tx1"/>
              </a:solidFill>
            </a:rPr>
            <a:t>субъективная оценка аналитиками, индекс удовлетворенности</a:t>
          </a:r>
        </a:p>
      </dgm:t>
    </dgm:pt>
    <dgm:pt modelId="{E5B0AE2A-49D9-BB44-832A-900A923B4000}" type="parTrans" cxnId="{1D62057A-3349-6040-A70D-74F31932ACE0}">
      <dgm:prSet/>
      <dgm:spPr>
        <a:solidFill>
          <a:schemeClr val="accent1">
            <a:hueOff val="0"/>
            <a:satOff val="0"/>
            <a:lumOff val="0"/>
          </a:schemeClr>
        </a:solidFill>
        <a:ln>
          <a:solidFill>
            <a:srgbClr val="FFFF00"/>
          </a:solidFill>
        </a:ln>
      </dgm:spPr>
      <dgm:t>
        <a:bodyPr/>
        <a:lstStyle/>
        <a:p>
          <a:endParaRPr lang="ru-RU" sz="1700">
            <a:solidFill>
              <a:schemeClr val="tx1"/>
            </a:solidFill>
          </a:endParaRPr>
        </a:p>
      </dgm:t>
    </dgm:pt>
    <dgm:pt modelId="{92791CA5-78B2-8E42-91D6-3D491D5A1097}" type="sibTrans" cxnId="{1D62057A-3349-6040-A70D-74F31932ACE0}">
      <dgm:prSet/>
      <dgm:spPr/>
      <dgm:t>
        <a:bodyPr/>
        <a:lstStyle/>
        <a:p>
          <a:endParaRPr lang="ru-RU"/>
        </a:p>
      </dgm:t>
    </dgm:pt>
    <dgm:pt modelId="{3D140A6F-2237-6D49-95D6-69C98176DFA0}">
      <dgm:prSet custT="1"/>
      <dgm:spPr>
        <a:solidFill>
          <a:schemeClr val="bg1">
            <a:lumMod val="95000"/>
          </a:schemeClr>
        </a:solidFill>
        <a:ln>
          <a:solidFill>
            <a:srgbClr val="FFFF00"/>
          </a:solidFill>
        </a:ln>
      </dgm:spPr>
      <dgm:t>
        <a:bodyPr/>
        <a:lstStyle/>
        <a:p>
          <a:pPr>
            <a:spcAft>
              <a:spcPts val="0"/>
            </a:spcAft>
          </a:pPr>
          <a:r>
            <a:rPr lang="en" sz="1700" b="1" dirty="0">
              <a:solidFill>
                <a:schemeClr val="tx1"/>
              </a:solidFill>
            </a:rPr>
            <a:t>Retention </a:t>
          </a:r>
          <a:r>
            <a:rPr lang="en" sz="1700" b="1" dirty="0">
              <a:solidFill>
                <a:schemeClr val="tx1"/>
              </a:solidFill>
              <a:latin typeface="Calibri"/>
            </a:rPr>
            <a:t>rate</a:t>
          </a:r>
          <a:endParaRPr lang="ru-RU" sz="1700" b="1" dirty="0">
            <a:solidFill>
              <a:schemeClr val="tx1"/>
            </a:solidFill>
          </a:endParaRPr>
        </a:p>
        <a:p>
          <a:pPr>
            <a:spcAft>
              <a:spcPts val="0"/>
            </a:spcAft>
          </a:pPr>
          <a:endParaRPr lang="ru-RU" sz="1700">
            <a:solidFill>
              <a:schemeClr val="tx1"/>
            </a:solidFill>
          </a:endParaRPr>
        </a:p>
        <a:p>
          <a:pPr>
            <a:spcAft>
              <a:spcPts val="0"/>
            </a:spcAft>
          </a:pPr>
          <a:r>
            <a:rPr lang="ru-RU" sz="1700">
              <a:solidFill>
                <a:schemeClr val="tx1"/>
              </a:solidFill>
            </a:rPr>
            <a:t>вернулись ли для анализа новых стартапов  </a:t>
          </a:r>
        </a:p>
      </dgm:t>
    </dgm:pt>
    <dgm:pt modelId="{799FD436-9FB4-7C47-A651-4B74C26020CF}" type="parTrans" cxnId="{FDE19954-4A87-504C-A9F2-5F24DB3F1B89}">
      <dgm:prSet/>
      <dgm:spPr>
        <a:solidFill>
          <a:schemeClr val="accent1">
            <a:hueOff val="0"/>
            <a:satOff val="0"/>
            <a:lumOff val="0"/>
          </a:schemeClr>
        </a:solidFill>
        <a:ln>
          <a:solidFill>
            <a:srgbClr val="FFFF00"/>
          </a:solidFill>
        </a:ln>
      </dgm:spPr>
      <dgm:t>
        <a:bodyPr/>
        <a:lstStyle/>
        <a:p>
          <a:endParaRPr lang="ru-RU" sz="1700">
            <a:solidFill>
              <a:schemeClr val="tx1"/>
            </a:solidFill>
          </a:endParaRPr>
        </a:p>
      </dgm:t>
    </dgm:pt>
    <dgm:pt modelId="{97C42F42-95C7-F74C-8853-409521FD7389}" type="sibTrans" cxnId="{FDE19954-4A87-504C-A9F2-5F24DB3F1B89}">
      <dgm:prSet/>
      <dgm:spPr/>
      <dgm:t>
        <a:bodyPr/>
        <a:lstStyle/>
        <a:p>
          <a:endParaRPr lang="ru-RU"/>
        </a:p>
      </dgm:t>
    </dgm:pt>
    <dgm:pt modelId="{D65A105D-5A4C-044B-BFFC-EAC6E938DC43}">
      <dgm:prSet custT="1"/>
      <dgm:spPr>
        <a:solidFill>
          <a:schemeClr val="bg1">
            <a:lumMod val="95000"/>
          </a:schemeClr>
        </a:solidFill>
        <a:ln>
          <a:solidFill>
            <a:srgbClr val="FFFF00"/>
          </a:solidFill>
        </a:ln>
      </dgm:spPr>
      <dgm:t>
        <a:bodyPr/>
        <a:lstStyle/>
        <a:p>
          <a:r>
            <a:rPr lang="en" sz="1700" b="1" dirty="0">
              <a:solidFill>
                <a:schemeClr val="tx1"/>
              </a:solidFill>
            </a:rPr>
            <a:t>Avg. projects per user</a:t>
          </a:r>
          <a:endParaRPr lang="en" sz="1700" dirty="0">
            <a:solidFill>
              <a:schemeClr val="tx1"/>
            </a:solidFill>
          </a:endParaRPr>
        </a:p>
      </dgm:t>
    </dgm:pt>
    <dgm:pt modelId="{5E6D972B-A468-4F49-BEEA-B1D422655CA6}" type="parTrans" cxnId="{4BAD69A9-FF90-A24F-BCC8-9BDB82C99F27}">
      <dgm:prSet/>
      <dgm:spPr>
        <a:solidFill>
          <a:schemeClr val="accent1">
            <a:hueOff val="0"/>
            <a:satOff val="0"/>
            <a:lumOff val="0"/>
          </a:schemeClr>
        </a:solidFill>
        <a:ln>
          <a:solidFill>
            <a:srgbClr val="FFFF00"/>
          </a:solidFill>
        </a:ln>
      </dgm:spPr>
      <dgm:t>
        <a:bodyPr/>
        <a:lstStyle/>
        <a:p>
          <a:endParaRPr lang="ru-RU" sz="1700">
            <a:solidFill>
              <a:schemeClr val="tx1"/>
            </a:solidFill>
          </a:endParaRPr>
        </a:p>
      </dgm:t>
    </dgm:pt>
    <dgm:pt modelId="{4AC5A847-0C3A-D041-AFA3-694A4FA7EF82}" type="sibTrans" cxnId="{4BAD69A9-FF90-A24F-BCC8-9BDB82C99F27}">
      <dgm:prSet/>
      <dgm:spPr/>
      <dgm:t>
        <a:bodyPr/>
        <a:lstStyle/>
        <a:p>
          <a:endParaRPr lang="ru-RU"/>
        </a:p>
      </dgm:t>
    </dgm:pt>
    <dgm:pt modelId="{AD2A1439-6AE4-6542-ACC2-38983A269F2E}" type="pres">
      <dgm:prSet presAssocID="{697F36E6-512F-2049-92B1-BB17B5CCA2D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D43DB54-09C3-614C-9C74-FD9763235537}" type="pres">
      <dgm:prSet presAssocID="{B77CEE7B-64EA-5545-8611-81EB35133D80}" presName="hierRoot1" presStyleCnt="0">
        <dgm:presLayoutVars>
          <dgm:hierBranch val="init"/>
        </dgm:presLayoutVars>
      </dgm:prSet>
      <dgm:spPr/>
    </dgm:pt>
    <dgm:pt modelId="{4BF477E0-F496-3042-92FF-3F7BB1D391D3}" type="pres">
      <dgm:prSet presAssocID="{B77CEE7B-64EA-5545-8611-81EB35133D80}" presName="rootComposite1" presStyleCnt="0"/>
      <dgm:spPr/>
    </dgm:pt>
    <dgm:pt modelId="{3819C3E0-D9D1-0740-BD0E-02A5237F58DC}" type="pres">
      <dgm:prSet presAssocID="{B77CEE7B-64EA-5545-8611-81EB35133D80}" presName="rootText1" presStyleLbl="node0" presStyleIdx="0" presStyleCnt="1" custScaleX="516611" custScaleY="165293" custLinFactNeighborX="1261" custLinFactNeighborY="-3266">
        <dgm:presLayoutVars>
          <dgm:chPref val="3"/>
        </dgm:presLayoutVars>
      </dgm:prSet>
      <dgm:spPr/>
    </dgm:pt>
    <dgm:pt modelId="{CA0FE252-97FB-F846-AE33-AD74B68E65C1}" type="pres">
      <dgm:prSet presAssocID="{B77CEE7B-64EA-5545-8611-81EB35133D80}" presName="rootConnector1" presStyleLbl="node1" presStyleIdx="0" presStyleCnt="0"/>
      <dgm:spPr/>
    </dgm:pt>
    <dgm:pt modelId="{DCD26CB8-2639-0542-889E-C982B48BBF27}" type="pres">
      <dgm:prSet presAssocID="{B77CEE7B-64EA-5545-8611-81EB35133D80}" presName="hierChild2" presStyleCnt="0"/>
      <dgm:spPr/>
    </dgm:pt>
    <dgm:pt modelId="{7C6825AE-23BF-434E-99BC-21A54DC5B6F8}" type="pres">
      <dgm:prSet presAssocID="{05299E18-5F2E-074F-9AF6-98AAAA0111EF}" presName="Name37" presStyleLbl="parChTrans1D2" presStyleIdx="0" presStyleCnt="4" custSzX="3050453" custSzY="387879"/>
      <dgm:spPr/>
    </dgm:pt>
    <dgm:pt modelId="{176EB547-5F8A-A644-B2AF-87CEB20214F7}" type="pres">
      <dgm:prSet presAssocID="{061C9307-86A9-F949-86C7-44234BA53E7E}" presName="hierRoot2" presStyleCnt="0">
        <dgm:presLayoutVars>
          <dgm:hierBranch val="init"/>
        </dgm:presLayoutVars>
      </dgm:prSet>
      <dgm:spPr/>
    </dgm:pt>
    <dgm:pt modelId="{C9852E05-0031-C34A-9624-42D1627AAC4F}" type="pres">
      <dgm:prSet presAssocID="{061C9307-86A9-F949-86C7-44234BA53E7E}" presName="rootComposite" presStyleCnt="0"/>
      <dgm:spPr/>
    </dgm:pt>
    <dgm:pt modelId="{93C179FF-E170-F44F-886D-259BDEAF7DA9}" type="pres">
      <dgm:prSet presAssocID="{061C9307-86A9-F949-86C7-44234BA53E7E}" presName="rootText" presStyleLbl="node2" presStyleIdx="0" presStyleCnt="4" custScaleX="162682" custScaleY="294641" custLinFactNeighborY="92480">
        <dgm:presLayoutVars>
          <dgm:chPref val="3"/>
        </dgm:presLayoutVars>
      </dgm:prSet>
      <dgm:spPr/>
    </dgm:pt>
    <dgm:pt modelId="{542C8C2B-D1DA-3841-B765-C621CEAA400D}" type="pres">
      <dgm:prSet presAssocID="{061C9307-86A9-F949-86C7-44234BA53E7E}" presName="rootConnector" presStyleLbl="node2" presStyleIdx="0" presStyleCnt="4"/>
      <dgm:spPr/>
    </dgm:pt>
    <dgm:pt modelId="{EBB336E7-4BF6-0E40-B245-3F3A39BC50DE}" type="pres">
      <dgm:prSet presAssocID="{061C9307-86A9-F949-86C7-44234BA53E7E}" presName="hierChild4" presStyleCnt="0"/>
      <dgm:spPr/>
    </dgm:pt>
    <dgm:pt modelId="{14F8873B-83F1-FD45-996D-05A3E37B64BB}" type="pres">
      <dgm:prSet presAssocID="{061C9307-86A9-F949-86C7-44234BA53E7E}" presName="hierChild5" presStyleCnt="0"/>
      <dgm:spPr/>
    </dgm:pt>
    <dgm:pt modelId="{754DD180-6DD6-F14B-A7D2-1193121287D1}" type="pres">
      <dgm:prSet presAssocID="{E5B0AE2A-49D9-BB44-832A-900A923B4000}" presName="Name37" presStyleLbl="parChTrans1D2" presStyleIdx="1" presStyleCnt="4" custSzX="1016817" custSzY="387879"/>
      <dgm:spPr/>
    </dgm:pt>
    <dgm:pt modelId="{357396FB-C5BD-4348-B5A3-8310C3DE4301}" type="pres">
      <dgm:prSet presAssocID="{42CDF517-E2A8-164C-A0F4-98CE3F9D8885}" presName="hierRoot2" presStyleCnt="0">
        <dgm:presLayoutVars>
          <dgm:hierBranch val="init"/>
        </dgm:presLayoutVars>
      </dgm:prSet>
      <dgm:spPr/>
    </dgm:pt>
    <dgm:pt modelId="{24B6460F-8DAB-C74A-8BE2-69A4A831B28A}" type="pres">
      <dgm:prSet presAssocID="{42CDF517-E2A8-164C-A0F4-98CE3F9D8885}" presName="rootComposite" presStyleCnt="0"/>
      <dgm:spPr/>
    </dgm:pt>
    <dgm:pt modelId="{0DCBB16F-7546-DA4A-A7D2-EF1C1329399E}" type="pres">
      <dgm:prSet presAssocID="{42CDF517-E2A8-164C-A0F4-98CE3F9D8885}" presName="rootText" presStyleLbl="node2" presStyleIdx="1" presStyleCnt="4" custScaleX="199393" custScaleY="294641" custLinFactNeighborY="92480">
        <dgm:presLayoutVars>
          <dgm:chPref val="3"/>
        </dgm:presLayoutVars>
      </dgm:prSet>
      <dgm:spPr/>
    </dgm:pt>
    <dgm:pt modelId="{B689951B-A0E1-6F4B-A6AB-92252CC8E1CF}" type="pres">
      <dgm:prSet presAssocID="{42CDF517-E2A8-164C-A0F4-98CE3F9D8885}" presName="rootConnector" presStyleLbl="node2" presStyleIdx="1" presStyleCnt="4"/>
      <dgm:spPr/>
    </dgm:pt>
    <dgm:pt modelId="{7E238C6A-15D8-AA42-86E2-5E6AAE6A54A3}" type="pres">
      <dgm:prSet presAssocID="{42CDF517-E2A8-164C-A0F4-98CE3F9D8885}" presName="hierChild4" presStyleCnt="0"/>
      <dgm:spPr/>
    </dgm:pt>
    <dgm:pt modelId="{C451E977-4440-D64C-B3E7-2345E252DD32}" type="pres">
      <dgm:prSet presAssocID="{42CDF517-E2A8-164C-A0F4-98CE3F9D8885}" presName="hierChild5" presStyleCnt="0"/>
      <dgm:spPr/>
    </dgm:pt>
    <dgm:pt modelId="{BF8B6E83-27B3-124E-907E-FAF31D560A89}" type="pres">
      <dgm:prSet presAssocID="{799FD436-9FB4-7C47-A651-4B74C26020CF}" presName="Name37" presStyleLbl="parChTrans1D2" presStyleIdx="2" presStyleCnt="4" custSzX="1016817" custSzY="387879"/>
      <dgm:spPr/>
    </dgm:pt>
    <dgm:pt modelId="{831F0C0F-6DC6-BE41-942A-F133684E2478}" type="pres">
      <dgm:prSet presAssocID="{3D140A6F-2237-6D49-95D6-69C98176DFA0}" presName="hierRoot2" presStyleCnt="0">
        <dgm:presLayoutVars>
          <dgm:hierBranch val="init"/>
        </dgm:presLayoutVars>
      </dgm:prSet>
      <dgm:spPr/>
    </dgm:pt>
    <dgm:pt modelId="{3FC3211D-C41B-4E49-A61B-897255C3B21C}" type="pres">
      <dgm:prSet presAssocID="{3D140A6F-2237-6D49-95D6-69C98176DFA0}" presName="rootComposite" presStyleCnt="0"/>
      <dgm:spPr/>
    </dgm:pt>
    <dgm:pt modelId="{E5D9F284-FE0E-6D41-B999-AC52BB3BE03E}" type="pres">
      <dgm:prSet presAssocID="{3D140A6F-2237-6D49-95D6-69C98176DFA0}" presName="rootText" presStyleLbl="node2" presStyleIdx="2" presStyleCnt="4" custScaleX="175872" custScaleY="294641" custLinFactNeighborY="93194">
        <dgm:presLayoutVars>
          <dgm:chPref val="3"/>
        </dgm:presLayoutVars>
      </dgm:prSet>
      <dgm:spPr/>
    </dgm:pt>
    <dgm:pt modelId="{4ABCBC67-92B3-0F4D-9136-88F7D68E25F5}" type="pres">
      <dgm:prSet presAssocID="{3D140A6F-2237-6D49-95D6-69C98176DFA0}" presName="rootConnector" presStyleLbl="node2" presStyleIdx="2" presStyleCnt="4"/>
      <dgm:spPr/>
    </dgm:pt>
    <dgm:pt modelId="{EE119E3A-4FAB-5C4B-BD64-853F84C73C1F}" type="pres">
      <dgm:prSet presAssocID="{3D140A6F-2237-6D49-95D6-69C98176DFA0}" presName="hierChild4" presStyleCnt="0"/>
      <dgm:spPr/>
    </dgm:pt>
    <dgm:pt modelId="{6F7F1CC5-E661-0B40-948B-0FF62E7075F1}" type="pres">
      <dgm:prSet presAssocID="{3D140A6F-2237-6D49-95D6-69C98176DFA0}" presName="hierChild5" presStyleCnt="0"/>
      <dgm:spPr/>
    </dgm:pt>
    <dgm:pt modelId="{4D4BD511-EB2C-8F4A-B68F-B3284933D025}" type="pres">
      <dgm:prSet presAssocID="{5E6D972B-A468-4F49-BEEA-B1D422655CA6}" presName="Name37" presStyleLbl="parChTrans1D2" presStyleIdx="3" presStyleCnt="4" custSzX="3050453" custSzY="387879"/>
      <dgm:spPr/>
    </dgm:pt>
    <dgm:pt modelId="{A63B0348-5C77-CB46-A495-620431E59421}" type="pres">
      <dgm:prSet presAssocID="{D65A105D-5A4C-044B-BFFC-EAC6E938DC43}" presName="hierRoot2" presStyleCnt="0">
        <dgm:presLayoutVars>
          <dgm:hierBranch val="init"/>
        </dgm:presLayoutVars>
      </dgm:prSet>
      <dgm:spPr/>
    </dgm:pt>
    <dgm:pt modelId="{B1BE9EBC-3F9D-814B-A2E3-614505F22C94}" type="pres">
      <dgm:prSet presAssocID="{D65A105D-5A4C-044B-BFFC-EAC6E938DC43}" presName="rootComposite" presStyleCnt="0"/>
      <dgm:spPr/>
    </dgm:pt>
    <dgm:pt modelId="{6ED34564-AB81-424B-A8B6-B8670F45A459}" type="pres">
      <dgm:prSet presAssocID="{D65A105D-5A4C-044B-BFFC-EAC6E938DC43}" presName="rootText" presStyleLbl="node2" presStyleIdx="3" presStyleCnt="4" custScaleX="162682" custScaleY="294641" custLinFactNeighborY="92480">
        <dgm:presLayoutVars>
          <dgm:chPref val="3"/>
        </dgm:presLayoutVars>
      </dgm:prSet>
      <dgm:spPr/>
    </dgm:pt>
    <dgm:pt modelId="{C296719A-584F-C344-B709-C2AE531CFD64}" type="pres">
      <dgm:prSet presAssocID="{D65A105D-5A4C-044B-BFFC-EAC6E938DC43}" presName="rootConnector" presStyleLbl="node2" presStyleIdx="3" presStyleCnt="4"/>
      <dgm:spPr/>
    </dgm:pt>
    <dgm:pt modelId="{4A448438-9A88-6E47-9F0A-F7B6156AA44A}" type="pres">
      <dgm:prSet presAssocID="{D65A105D-5A4C-044B-BFFC-EAC6E938DC43}" presName="hierChild4" presStyleCnt="0"/>
      <dgm:spPr/>
    </dgm:pt>
    <dgm:pt modelId="{62544857-33BD-FF49-8B01-E8AD56BB3D8C}" type="pres">
      <dgm:prSet presAssocID="{D65A105D-5A4C-044B-BFFC-EAC6E938DC43}" presName="hierChild5" presStyleCnt="0"/>
      <dgm:spPr/>
    </dgm:pt>
    <dgm:pt modelId="{8107E702-41D6-5E43-90E7-758DFC50C56B}" type="pres">
      <dgm:prSet presAssocID="{B77CEE7B-64EA-5545-8611-81EB35133D80}" presName="hierChild3" presStyleCnt="0"/>
      <dgm:spPr/>
    </dgm:pt>
  </dgm:ptLst>
  <dgm:cxnLst>
    <dgm:cxn modelId="{08BF010F-1D83-9341-A0D4-95FA777368DA}" srcId="{B77CEE7B-64EA-5545-8611-81EB35133D80}" destId="{061C9307-86A9-F949-86C7-44234BA53E7E}" srcOrd="0" destOrd="0" parTransId="{05299E18-5F2E-074F-9AF6-98AAAA0111EF}" sibTransId="{0CE46D16-CEBE-994E-B7DA-B0D67FF3708C}"/>
    <dgm:cxn modelId="{FE0F1811-23F4-AE41-B4D8-BBDD277103D7}" type="presOf" srcId="{697F36E6-512F-2049-92B1-BB17B5CCA2D5}" destId="{AD2A1439-6AE4-6542-ACC2-38983A269F2E}" srcOrd="0" destOrd="0" presId="urn:microsoft.com/office/officeart/2005/8/layout/orgChart1"/>
    <dgm:cxn modelId="{1D0E1D1C-D8CC-BF4A-AA5C-BF09D5FAB43A}" type="presOf" srcId="{42CDF517-E2A8-164C-A0F4-98CE3F9D8885}" destId="{B689951B-A0E1-6F4B-A6AB-92252CC8E1CF}" srcOrd="1" destOrd="0" presId="urn:microsoft.com/office/officeart/2005/8/layout/orgChart1"/>
    <dgm:cxn modelId="{7BF88C21-E95A-464E-BEA4-25577C1FD140}" type="presOf" srcId="{061C9307-86A9-F949-86C7-44234BA53E7E}" destId="{93C179FF-E170-F44F-886D-259BDEAF7DA9}" srcOrd="0" destOrd="0" presId="urn:microsoft.com/office/officeart/2005/8/layout/orgChart1"/>
    <dgm:cxn modelId="{E755972A-5552-C941-8088-3869FB1F98CC}" type="presOf" srcId="{B77CEE7B-64EA-5545-8611-81EB35133D80}" destId="{3819C3E0-D9D1-0740-BD0E-02A5237F58DC}" srcOrd="0" destOrd="0" presId="urn:microsoft.com/office/officeart/2005/8/layout/orgChart1"/>
    <dgm:cxn modelId="{522E0A2D-69A7-6A42-A92B-7DD627D4E8EC}" type="presOf" srcId="{061C9307-86A9-F949-86C7-44234BA53E7E}" destId="{542C8C2B-D1DA-3841-B765-C621CEAA400D}" srcOrd="1" destOrd="0" presId="urn:microsoft.com/office/officeart/2005/8/layout/orgChart1"/>
    <dgm:cxn modelId="{83917A31-AC88-DB42-804D-EC4160B3EE67}" type="presOf" srcId="{3D140A6F-2237-6D49-95D6-69C98176DFA0}" destId="{4ABCBC67-92B3-0F4D-9136-88F7D68E25F5}" srcOrd="1" destOrd="0" presId="urn:microsoft.com/office/officeart/2005/8/layout/orgChart1"/>
    <dgm:cxn modelId="{F5E1FB31-A2AD-F049-BBB8-4F60B022F6F4}" type="presOf" srcId="{D65A105D-5A4C-044B-BFFC-EAC6E938DC43}" destId="{6ED34564-AB81-424B-A8B6-B8670F45A459}" srcOrd="0" destOrd="0" presId="urn:microsoft.com/office/officeart/2005/8/layout/orgChart1"/>
    <dgm:cxn modelId="{4D96F33B-92EC-CC4A-8A14-19963C834C94}" type="presOf" srcId="{E5B0AE2A-49D9-BB44-832A-900A923B4000}" destId="{754DD180-6DD6-F14B-A7D2-1193121287D1}" srcOrd="0" destOrd="0" presId="urn:microsoft.com/office/officeart/2005/8/layout/orgChart1"/>
    <dgm:cxn modelId="{F968CE5D-28D7-8D41-B91B-D3E04199FEA0}" type="presOf" srcId="{3D140A6F-2237-6D49-95D6-69C98176DFA0}" destId="{E5D9F284-FE0E-6D41-B999-AC52BB3BE03E}" srcOrd="0" destOrd="0" presId="urn:microsoft.com/office/officeart/2005/8/layout/orgChart1"/>
    <dgm:cxn modelId="{FDE19954-4A87-504C-A9F2-5F24DB3F1B89}" srcId="{B77CEE7B-64EA-5545-8611-81EB35133D80}" destId="{3D140A6F-2237-6D49-95D6-69C98176DFA0}" srcOrd="2" destOrd="0" parTransId="{799FD436-9FB4-7C47-A651-4B74C26020CF}" sibTransId="{97C42F42-95C7-F74C-8853-409521FD7389}"/>
    <dgm:cxn modelId="{1D62057A-3349-6040-A70D-74F31932ACE0}" srcId="{B77CEE7B-64EA-5545-8611-81EB35133D80}" destId="{42CDF517-E2A8-164C-A0F4-98CE3F9D8885}" srcOrd="1" destOrd="0" parTransId="{E5B0AE2A-49D9-BB44-832A-900A923B4000}" sibTransId="{92791CA5-78B2-8E42-91D6-3D491D5A1097}"/>
    <dgm:cxn modelId="{0FB6E081-6669-9444-A237-DC77E7C7596A}" srcId="{697F36E6-512F-2049-92B1-BB17B5CCA2D5}" destId="{B77CEE7B-64EA-5545-8611-81EB35133D80}" srcOrd="0" destOrd="0" parTransId="{50F1C22F-6DBC-BF44-A905-D9BBA3B1B667}" sibTransId="{0EE3A5C1-2252-4345-A636-9C7D6F128D3A}"/>
    <dgm:cxn modelId="{FE62A691-01DF-8041-974D-F7CBA64EEEB0}" type="presOf" srcId="{05299E18-5F2E-074F-9AF6-98AAAA0111EF}" destId="{7C6825AE-23BF-434E-99BC-21A54DC5B6F8}" srcOrd="0" destOrd="0" presId="urn:microsoft.com/office/officeart/2005/8/layout/orgChart1"/>
    <dgm:cxn modelId="{E872C695-5DA7-854A-97DD-683DF0E6304E}" type="presOf" srcId="{5E6D972B-A468-4F49-BEEA-B1D422655CA6}" destId="{4D4BD511-EB2C-8F4A-B68F-B3284933D025}" srcOrd="0" destOrd="0" presId="urn:microsoft.com/office/officeart/2005/8/layout/orgChart1"/>
    <dgm:cxn modelId="{4BAD69A9-FF90-A24F-BCC8-9BDB82C99F27}" srcId="{B77CEE7B-64EA-5545-8611-81EB35133D80}" destId="{D65A105D-5A4C-044B-BFFC-EAC6E938DC43}" srcOrd="3" destOrd="0" parTransId="{5E6D972B-A468-4F49-BEEA-B1D422655CA6}" sibTransId="{4AC5A847-0C3A-D041-AFA3-694A4FA7EF82}"/>
    <dgm:cxn modelId="{C88460D7-3203-4742-8370-5BAA566E66BC}" type="presOf" srcId="{B77CEE7B-64EA-5545-8611-81EB35133D80}" destId="{CA0FE252-97FB-F846-AE33-AD74B68E65C1}" srcOrd="1" destOrd="0" presId="urn:microsoft.com/office/officeart/2005/8/layout/orgChart1"/>
    <dgm:cxn modelId="{EA3545DF-3999-6947-990B-FB1B790A2607}" type="presOf" srcId="{799FD436-9FB4-7C47-A651-4B74C26020CF}" destId="{BF8B6E83-27B3-124E-907E-FAF31D560A89}" srcOrd="0" destOrd="0" presId="urn:microsoft.com/office/officeart/2005/8/layout/orgChart1"/>
    <dgm:cxn modelId="{668CE1EC-90F8-2D44-8284-19AF2606C6DF}" type="presOf" srcId="{D65A105D-5A4C-044B-BFFC-EAC6E938DC43}" destId="{C296719A-584F-C344-B709-C2AE531CFD64}" srcOrd="1" destOrd="0" presId="urn:microsoft.com/office/officeart/2005/8/layout/orgChart1"/>
    <dgm:cxn modelId="{057FBFEE-E62A-E74E-8803-E69E08B596CF}" type="presOf" srcId="{42CDF517-E2A8-164C-A0F4-98CE3F9D8885}" destId="{0DCBB16F-7546-DA4A-A7D2-EF1C1329399E}" srcOrd="0" destOrd="0" presId="urn:microsoft.com/office/officeart/2005/8/layout/orgChart1"/>
    <dgm:cxn modelId="{BDA11DB0-AAB1-6446-9628-76E28CB10A3F}" type="presParOf" srcId="{AD2A1439-6AE4-6542-ACC2-38983A269F2E}" destId="{FD43DB54-09C3-614C-9C74-FD9763235537}" srcOrd="0" destOrd="0" presId="urn:microsoft.com/office/officeart/2005/8/layout/orgChart1"/>
    <dgm:cxn modelId="{0883DA80-C8EB-4242-9F6B-D41C443EF5CA}" type="presParOf" srcId="{FD43DB54-09C3-614C-9C74-FD9763235537}" destId="{4BF477E0-F496-3042-92FF-3F7BB1D391D3}" srcOrd="0" destOrd="0" presId="urn:microsoft.com/office/officeart/2005/8/layout/orgChart1"/>
    <dgm:cxn modelId="{34A5424F-047D-694B-A130-64EC65869828}" type="presParOf" srcId="{4BF477E0-F496-3042-92FF-3F7BB1D391D3}" destId="{3819C3E0-D9D1-0740-BD0E-02A5237F58DC}" srcOrd="0" destOrd="0" presId="urn:microsoft.com/office/officeart/2005/8/layout/orgChart1"/>
    <dgm:cxn modelId="{0C473FB2-2EC8-5C42-8D38-BD7F434164AA}" type="presParOf" srcId="{4BF477E0-F496-3042-92FF-3F7BB1D391D3}" destId="{CA0FE252-97FB-F846-AE33-AD74B68E65C1}" srcOrd="1" destOrd="0" presId="urn:microsoft.com/office/officeart/2005/8/layout/orgChart1"/>
    <dgm:cxn modelId="{E185FDE3-CB92-4347-8849-D10AE9E53543}" type="presParOf" srcId="{FD43DB54-09C3-614C-9C74-FD9763235537}" destId="{DCD26CB8-2639-0542-889E-C982B48BBF27}" srcOrd="1" destOrd="0" presId="urn:microsoft.com/office/officeart/2005/8/layout/orgChart1"/>
    <dgm:cxn modelId="{99B75BA1-84D8-AA43-BE2D-8B27FD67C408}" type="presParOf" srcId="{DCD26CB8-2639-0542-889E-C982B48BBF27}" destId="{7C6825AE-23BF-434E-99BC-21A54DC5B6F8}" srcOrd="0" destOrd="0" presId="urn:microsoft.com/office/officeart/2005/8/layout/orgChart1"/>
    <dgm:cxn modelId="{905E1340-DFAF-254D-8FAC-46FB740FFB7C}" type="presParOf" srcId="{DCD26CB8-2639-0542-889E-C982B48BBF27}" destId="{176EB547-5F8A-A644-B2AF-87CEB20214F7}" srcOrd="1" destOrd="0" presId="urn:microsoft.com/office/officeart/2005/8/layout/orgChart1"/>
    <dgm:cxn modelId="{2EF28D65-4A9E-2546-AD4E-ABF096D26713}" type="presParOf" srcId="{176EB547-5F8A-A644-B2AF-87CEB20214F7}" destId="{C9852E05-0031-C34A-9624-42D1627AAC4F}" srcOrd="0" destOrd="0" presId="urn:microsoft.com/office/officeart/2005/8/layout/orgChart1"/>
    <dgm:cxn modelId="{DEF89094-1102-D54C-BC61-FC65DB2D710F}" type="presParOf" srcId="{C9852E05-0031-C34A-9624-42D1627AAC4F}" destId="{93C179FF-E170-F44F-886D-259BDEAF7DA9}" srcOrd="0" destOrd="0" presId="urn:microsoft.com/office/officeart/2005/8/layout/orgChart1"/>
    <dgm:cxn modelId="{40E4C0AF-98AE-3343-AE43-C4425C4DE3B4}" type="presParOf" srcId="{C9852E05-0031-C34A-9624-42D1627AAC4F}" destId="{542C8C2B-D1DA-3841-B765-C621CEAA400D}" srcOrd="1" destOrd="0" presId="urn:microsoft.com/office/officeart/2005/8/layout/orgChart1"/>
    <dgm:cxn modelId="{D44342F7-DF75-BD48-8688-07508CFF5286}" type="presParOf" srcId="{176EB547-5F8A-A644-B2AF-87CEB20214F7}" destId="{EBB336E7-4BF6-0E40-B245-3F3A39BC50DE}" srcOrd="1" destOrd="0" presId="urn:microsoft.com/office/officeart/2005/8/layout/orgChart1"/>
    <dgm:cxn modelId="{4F85752A-BCD4-1F45-836C-C1FC24F77B56}" type="presParOf" srcId="{176EB547-5F8A-A644-B2AF-87CEB20214F7}" destId="{14F8873B-83F1-FD45-996D-05A3E37B64BB}" srcOrd="2" destOrd="0" presId="urn:microsoft.com/office/officeart/2005/8/layout/orgChart1"/>
    <dgm:cxn modelId="{A1B3E9E3-C702-9D48-8036-1F88063B2E0C}" type="presParOf" srcId="{DCD26CB8-2639-0542-889E-C982B48BBF27}" destId="{754DD180-6DD6-F14B-A7D2-1193121287D1}" srcOrd="2" destOrd="0" presId="urn:microsoft.com/office/officeart/2005/8/layout/orgChart1"/>
    <dgm:cxn modelId="{E49028F7-8EB8-9649-8E8B-BD2871B350CA}" type="presParOf" srcId="{DCD26CB8-2639-0542-889E-C982B48BBF27}" destId="{357396FB-C5BD-4348-B5A3-8310C3DE4301}" srcOrd="3" destOrd="0" presId="urn:microsoft.com/office/officeart/2005/8/layout/orgChart1"/>
    <dgm:cxn modelId="{DF1AA036-0316-544E-A625-1BE6D1C5BF88}" type="presParOf" srcId="{357396FB-C5BD-4348-B5A3-8310C3DE4301}" destId="{24B6460F-8DAB-C74A-8BE2-69A4A831B28A}" srcOrd="0" destOrd="0" presId="urn:microsoft.com/office/officeart/2005/8/layout/orgChart1"/>
    <dgm:cxn modelId="{C06B6F95-95C3-0046-AA38-09947B72DC4F}" type="presParOf" srcId="{24B6460F-8DAB-C74A-8BE2-69A4A831B28A}" destId="{0DCBB16F-7546-DA4A-A7D2-EF1C1329399E}" srcOrd="0" destOrd="0" presId="urn:microsoft.com/office/officeart/2005/8/layout/orgChart1"/>
    <dgm:cxn modelId="{C8B0AFB1-8558-A349-83E3-496B862FA625}" type="presParOf" srcId="{24B6460F-8DAB-C74A-8BE2-69A4A831B28A}" destId="{B689951B-A0E1-6F4B-A6AB-92252CC8E1CF}" srcOrd="1" destOrd="0" presId="urn:microsoft.com/office/officeart/2005/8/layout/orgChart1"/>
    <dgm:cxn modelId="{6FA930B2-CC83-DF47-B609-733479282A01}" type="presParOf" srcId="{357396FB-C5BD-4348-B5A3-8310C3DE4301}" destId="{7E238C6A-15D8-AA42-86E2-5E6AAE6A54A3}" srcOrd="1" destOrd="0" presId="urn:microsoft.com/office/officeart/2005/8/layout/orgChart1"/>
    <dgm:cxn modelId="{C1B8421E-38F7-3040-8CA7-44061B897656}" type="presParOf" srcId="{357396FB-C5BD-4348-B5A3-8310C3DE4301}" destId="{C451E977-4440-D64C-B3E7-2345E252DD32}" srcOrd="2" destOrd="0" presId="urn:microsoft.com/office/officeart/2005/8/layout/orgChart1"/>
    <dgm:cxn modelId="{DFD2A2BE-0603-1449-A368-59B5077B7620}" type="presParOf" srcId="{DCD26CB8-2639-0542-889E-C982B48BBF27}" destId="{BF8B6E83-27B3-124E-907E-FAF31D560A89}" srcOrd="4" destOrd="0" presId="urn:microsoft.com/office/officeart/2005/8/layout/orgChart1"/>
    <dgm:cxn modelId="{2E0A2A4D-994F-0144-AD94-3FF01CD934CD}" type="presParOf" srcId="{DCD26CB8-2639-0542-889E-C982B48BBF27}" destId="{831F0C0F-6DC6-BE41-942A-F133684E2478}" srcOrd="5" destOrd="0" presId="urn:microsoft.com/office/officeart/2005/8/layout/orgChart1"/>
    <dgm:cxn modelId="{9BFBD3CC-93BC-D448-AC50-26D3BE478B6C}" type="presParOf" srcId="{831F0C0F-6DC6-BE41-942A-F133684E2478}" destId="{3FC3211D-C41B-4E49-A61B-897255C3B21C}" srcOrd="0" destOrd="0" presId="urn:microsoft.com/office/officeart/2005/8/layout/orgChart1"/>
    <dgm:cxn modelId="{E042B10E-C4B4-9D48-9FE5-95CF065C36C2}" type="presParOf" srcId="{3FC3211D-C41B-4E49-A61B-897255C3B21C}" destId="{E5D9F284-FE0E-6D41-B999-AC52BB3BE03E}" srcOrd="0" destOrd="0" presId="urn:microsoft.com/office/officeart/2005/8/layout/orgChart1"/>
    <dgm:cxn modelId="{79537A12-160C-4446-8911-A3555A2B7AA7}" type="presParOf" srcId="{3FC3211D-C41B-4E49-A61B-897255C3B21C}" destId="{4ABCBC67-92B3-0F4D-9136-88F7D68E25F5}" srcOrd="1" destOrd="0" presId="urn:microsoft.com/office/officeart/2005/8/layout/orgChart1"/>
    <dgm:cxn modelId="{451623E7-43D0-2542-9D37-6C53DAC513EE}" type="presParOf" srcId="{831F0C0F-6DC6-BE41-942A-F133684E2478}" destId="{EE119E3A-4FAB-5C4B-BD64-853F84C73C1F}" srcOrd="1" destOrd="0" presId="urn:microsoft.com/office/officeart/2005/8/layout/orgChart1"/>
    <dgm:cxn modelId="{B12DB26A-4DEC-584D-AB48-E25BC499500B}" type="presParOf" srcId="{831F0C0F-6DC6-BE41-942A-F133684E2478}" destId="{6F7F1CC5-E661-0B40-948B-0FF62E7075F1}" srcOrd="2" destOrd="0" presId="urn:microsoft.com/office/officeart/2005/8/layout/orgChart1"/>
    <dgm:cxn modelId="{C8E0BB5D-8A2F-E64B-AEDA-25A4A0BB70FB}" type="presParOf" srcId="{DCD26CB8-2639-0542-889E-C982B48BBF27}" destId="{4D4BD511-EB2C-8F4A-B68F-B3284933D025}" srcOrd="6" destOrd="0" presId="urn:microsoft.com/office/officeart/2005/8/layout/orgChart1"/>
    <dgm:cxn modelId="{C3362179-B74B-A94E-918F-7ED041D97B2E}" type="presParOf" srcId="{DCD26CB8-2639-0542-889E-C982B48BBF27}" destId="{A63B0348-5C77-CB46-A495-620431E59421}" srcOrd="7" destOrd="0" presId="urn:microsoft.com/office/officeart/2005/8/layout/orgChart1"/>
    <dgm:cxn modelId="{E6A2819B-8B3D-C348-8169-B07CC1CB8C30}" type="presParOf" srcId="{A63B0348-5C77-CB46-A495-620431E59421}" destId="{B1BE9EBC-3F9D-814B-A2E3-614505F22C94}" srcOrd="0" destOrd="0" presId="urn:microsoft.com/office/officeart/2005/8/layout/orgChart1"/>
    <dgm:cxn modelId="{63D5E043-09DE-6347-886E-E39ADBCBD0B7}" type="presParOf" srcId="{B1BE9EBC-3F9D-814B-A2E3-614505F22C94}" destId="{6ED34564-AB81-424B-A8B6-B8670F45A459}" srcOrd="0" destOrd="0" presId="urn:microsoft.com/office/officeart/2005/8/layout/orgChart1"/>
    <dgm:cxn modelId="{1DA94DAA-8E8C-FF40-A8AA-7FC2C48105C2}" type="presParOf" srcId="{B1BE9EBC-3F9D-814B-A2E3-614505F22C94}" destId="{C296719A-584F-C344-B709-C2AE531CFD64}" srcOrd="1" destOrd="0" presId="urn:microsoft.com/office/officeart/2005/8/layout/orgChart1"/>
    <dgm:cxn modelId="{D8E0F74C-B1BC-6547-A38B-79593521E9CA}" type="presParOf" srcId="{A63B0348-5C77-CB46-A495-620431E59421}" destId="{4A448438-9A88-6E47-9F0A-F7B6156AA44A}" srcOrd="1" destOrd="0" presId="urn:microsoft.com/office/officeart/2005/8/layout/orgChart1"/>
    <dgm:cxn modelId="{6CD1BCA7-24CF-9A4B-8E89-ED66F86B0A52}" type="presParOf" srcId="{A63B0348-5C77-CB46-A495-620431E59421}" destId="{62544857-33BD-FF49-8B01-E8AD56BB3D8C}" srcOrd="2" destOrd="0" presId="urn:microsoft.com/office/officeart/2005/8/layout/orgChart1"/>
    <dgm:cxn modelId="{C34B85D9-0EE8-8A49-9354-5A7AD43564EA}" type="presParOf" srcId="{FD43DB54-09C3-614C-9C74-FD9763235537}" destId="{8107E702-41D6-5E43-90E7-758DFC50C5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CFB21C-0F47-5249-9F30-B2F279EDDEBF}" type="doc">
      <dgm:prSet loTypeId="urn:microsoft.com/office/officeart/2008/layout/RadialCluster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B7D1A31-8351-894C-8753-81CB7122F1D3}">
      <dgm:prSet/>
      <dgm:spPr>
        <a:solidFill>
          <a:srgbClr val="F3DD00"/>
        </a:solidFill>
        <a:ln>
          <a:solidFill>
            <a:srgbClr val="F3DD00"/>
          </a:solidFill>
        </a:ln>
      </dgm:spPr>
      <dgm:t>
        <a:bodyPr/>
        <a:lstStyle/>
        <a:p>
          <a:r>
            <a:rPr lang="ru-RU" b="1">
              <a:solidFill>
                <a:schemeClr val="tx1"/>
              </a:solidFill>
            </a:rPr>
            <a:t>Технические метрики</a:t>
          </a:r>
          <a:endParaRPr lang="ru-RU">
            <a:solidFill>
              <a:schemeClr val="tx1"/>
            </a:solidFill>
          </a:endParaRPr>
        </a:p>
      </dgm:t>
    </dgm:pt>
    <dgm:pt modelId="{013A4742-294D-6D4F-9265-E87005817B82}" type="parTrans" cxnId="{39B440D8-E466-AA4C-A2BA-2E3B76947EFD}">
      <dgm:prSet/>
      <dgm:spPr/>
      <dgm:t>
        <a:bodyPr/>
        <a:lstStyle/>
        <a:p>
          <a:endParaRPr lang="ru-RU"/>
        </a:p>
      </dgm:t>
    </dgm:pt>
    <dgm:pt modelId="{C849944F-CD74-2E4C-A275-E03BE1195EC3}" type="sibTrans" cxnId="{39B440D8-E466-AA4C-A2BA-2E3B76947EFD}">
      <dgm:prSet/>
      <dgm:spPr/>
      <dgm:t>
        <a:bodyPr/>
        <a:lstStyle/>
        <a:p>
          <a:endParaRPr lang="ru-RU"/>
        </a:p>
      </dgm:t>
    </dgm:pt>
    <dgm:pt modelId="{431FA7BF-E013-BB4A-A6BD-4DCE0B70689F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r>
            <a:rPr lang="en" b="1">
              <a:solidFill>
                <a:schemeClr val="tx1"/>
              </a:solidFill>
              <a:effectLst/>
            </a:rPr>
            <a:t>LLM latency </a:t>
          </a:r>
          <a:r>
            <a:rPr lang="en">
              <a:solidFill>
                <a:schemeClr val="tx1"/>
              </a:solidFill>
              <a:effectLst/>
            </a:rPr>
            <a:t>(avg / p95 / p99)  </a:t>
          </a:r>
        </a:p>
      </dgm:t>
    </dgm:pt>
    <dgm:pt modelId="{A3C9222D-9B66-7C4A-987C-9BAD629514D4}" type="parTrans" cxnId="{434562BC-FAF1-8C4F-9682-C5DF2EA3CBC5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7ED7A71F-5EF4-B742-B62A-14BB515C91DA}" type="sibTrans" cxnId="{434562BC-FAF1-8C4F-9682-C5DF2EA3CBC5}">
      <dgm:prSet/>
      <dgm:spPr/>
      <dgm:t>
        <a:bodyPr/>
        <a:lstStyle/>
        <a:p>
          <a:endParaRPr lang="ru-RU"/>
        </a:p>
      </dgm:t>
    </dgm:pt>
    <dgm:pt modelId="{EDA0241B-EDCE-F748-BE4B-B59ADFE8A466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r>
            <a:rPr lang="en" b="1">
              <a:solidFill>
                <a:schemeClr val="tx1"/>
              </a:solidFill>
              <a:effectLst/>
            </a:rPr>
            <a:t>Token usage per report </a:t>
          </a:r>
          <a:r>
            <a:rPr lang="en">
              <a:solidFill>
                <a:schemeClr val="tx1"/>
              </a:solidFill>
              <a:effectLst/>
            </a:rPr>
            <a:t> </a:t>
          </a:r>
        </a:p>
      </dgm:t>
    </dgm:pt>
    <dgm:pt modelId="{DFDB0DAD-6094-C04C-A993-327C3C47E213}" type="parTrans" cxnId="{59C5071A-7E0F-D044-AE3F-C8054E477BDE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B45292AA-121E-7C4A-8043-2A870908FAAC}" type="sibTrans" cxnId="{59C5071A-7E0F-D044-AE3F-C8054E477BDE}">
      <dgm:prSet/>
      <dgm:spPr/>
      <dgm:t>
        <a:bodyPr/>
        <a:lstStyle/>
        <a:p>
          <a:endParaRPr lang="ru-RU"/>
        </a:p>
      </dgm:t>
    </dgm:pt>
    <dgm:pt modelId="{32F712CC-6593-7D44-BF01-85888BE9BF92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r>
            <a:rPr lang="en" b="1">
              <a:solidFill>
                <a:schemeClr val="tx1"/>
              </a:solidFill>
              <a:effectLst/>
            </a:rPr>
            <a:t>Vector search latency </a:t>
          </a:r>
          <a:r>
            <a:rPr lang="en">
              <a:solidFill>
                <a:schemeClr val="tx1"/>
              </a:solidFill>
              <a:effectLst/>
            </a:rPr>
            <a:t> </a:t>
          </a:r>
          <a:endParaRPr lang="ru-RU">
            <a:solidFill>
              <a:schemeClr val="tx1"/>
            </a:solidFill>
          </a:endParaRPr>
        </a:p>
      </dgm:t>
    </dgm:pt>
    <dgm:pt modelId="{A1CC61B7-4A16-774B-A9CB-A5DC2B89B8D4}" type="parTrans" cxnId="{97F6EBD3-EEE4-714E-9347-8699B037543E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4F41CA07-280B-F742-97CC-AC2F2D85C92E}" type="sibTrans" cxnId="{97F6EBD3-EEE4-714E-9347-8699B037543E}">
      <dgm:prSet/>
      <dgm:spPr/>
      <dgm:t>
        <a:bodyPr/>
        <a:lstStyle/>
        <a:p>
          <a:endParaRPr lang="ru-RU"/>
        </a:p>
      </dgm:t>
    </dgm:pt>
    <dgm:pt modelId="{7977055C-B33B-A843-BB89-C048D032BAD3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r>
            <a:rPr lang="en" b="1">
              <a:solidFill>
                <a:schemeClr val="tx1"/>
              </a:solidFill>
              <a:effectLst/>
            </a:rPr>
            <a:t>Agent chain success rate </a:t>
          </a:r>
          <a:r>
            <a:rPr lang="en">
              <a:solidFill>
                <a:schemeClr val="tx1"/>
              </a:solidFill>
              <a:effectLst/>
            </a:rPr>
            <a:t> </a:t>
          </a:r>
          <a:endParaRPr lang="ru-RU">
            <a:solidFill>
              <a:schemeClr val="tx1"/>
            </a:solidFill>
          </a:endParaRPr>
        </a:p>
      </dgm:t>
    </dgm:pt>
    <dgm:pt modelId="{9BA553F3-AE7C-724D-A98B-AD40B9A547AE}" type="parTrans" cxnId="{BCE18D37-0F0A-B646-AFDE-2A32A5FD96B6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AAE38FAC-78C4-F043-8D36-801CA099F7D4}" type="sibTrans" cxnId="{BCE18D37-0F0A-B646-AFDE-2A32A5FD96B6}">
      <dgm:prSet/>
      <dgm:spPr/>
      <dgm:t>
        <a:bodyPr/>
        <a:lstStyle/>
        <a:p>
          <a:endParaRPr lang="ru-RU"/>
        </a:p>
      </dgm:t>
    </dgm:pt>
    <dgm:pt modelId="{A4D9CC38-C967-FA42-B6D1-5F6BBD79F865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r>
            <a:rPr lang="en" b="1">
              <a:solidFill>
                <a:schemeClr val="tx1"/>
              </a:solidFill>
              <a:effectLst/>
            </a:rPr>
            <a:t>Document parsing accuracy </a:t>
          </a:r>
          <a:r>
            <a:rPr lang="en">
              <a:solidFill>
                <a:schemeClr val="tx1"/>
              </a:solidFill>
              <a:effectLst/>
            </a:rPr>
            <a:t> </a:t>
          </a:r>
        </a:p>
      </dgm:t>
    </dgm:pt>
    <dgm:pt modelId="{4667B1F6-4353-6C4A-A10E-B2F5A86A9F0A}" type="parTrans" cxnId="{7DBB07F0-71EB-174F-A389-B526EA63130C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4240EB38-8C56-424E-BCAE-DEF5FE872CE0}" type="sibTrans" cxnId="{7DBB07F0-71EB-174F-A389-B526EA63130C}">
      <dgm:prSet/>
      <dgm:spPr/>
      <dgm:t>
        <a:bodyPr/>
        <a:lstStyle/>
        <a:p>
          <a:endParaRPr lang="ru-RU"/>
        </a:p>
      </dgm:t>
    </dgm:pt>
    <dgm:pt modelId="{6A0C1562-7703-0C43-A766-3AF14D2B06E8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r>
            <a:rPr lang="en" b="1">
              <a:solidFill>
                <a:schemeClr val="tx1"/>
              </a:solidFill>
              <a:effectLst/>
            </a:rPr>
            <a:t>RAG relevance score </a:t>
          </a:r>
          <a:r>
            <a:rPr lang="en">
              <a:solidFill>
                <a:schemeClr val="tx1"/>
              </a:solidFill>
              <a:effectLst/>
            </a:rPr>
            <a:t> </a:t>
          </a:r>
        </a:p>
      </dgm:t>
    </dgm:pt>
    <dgm:pt modelId="{6D358813-83F0-3346-BE6A-B59A3A060BEB}" type="parTrans" cxnId="{243BF5A6-67B2-FC49-9BEC-1328D80FE9AF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4E2DA01B-DF35-484A-BB8E-9DC0EAB40D7C}" type="sibTrans" cxnId="{243BF5A6-67B2-FC49-9BEC-1328D80FE9AF}">
      <dgm:prSet/>
      <dgm:spPr/>
      <dgm:t>
        <a:bodyPr/>
        <a:lstStyle/>
        <a:p>
          <a:endParaRPr lang="ru-RU"/>
        </a:p>
      </dgm:t>
    </dgm:pt>
    <dgm:pt modelId="{B714A463-3854-EB43-B995-AC1F9C9C3AEA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r>
            <a:rPr lang="en" b="1">
              <a:solidFill>
                <a:schemeClr val="tx1"/>
              </a:solidFill>
              <a:effectLst/>
            </a:rPr>
            <a:t>Error rate (4xx / 5xx)</a:t>
          </a:r>
          <a:endParaRPr lang="ru-RU">
            <a:solidFill>
              <a:schemeClr val="tx1"/>
            </a:solidFill>
          </a:endParaRPr>
        </a:p>
      </dgm:t>
    </dgm:pt>
    <dgm:pt modelId="{E3107D55-5317-2841-A45D-82EA4A15671E}" type="parTrans" cxnId="{10900A59-10D3-7F49-887E-C23555944AFB}">
      <dgm:prSet/>
      <dgm:spPr>
        <a:solidFill>
          <a:schemeClr val="bg1">
            <a:lumMod val="95000"/>
          </a:schemeClr>
        </a:solidFill>
        <a:ln>
          <a:solidFill>
            <a:srgbClr val="F3DD00"/>
          </a:solidFill>
        </a:ln>
      </dgm:spPr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516567F0-938C-504B-903C-C2224AA810C6}" type="sibTrans" cxnId="{10900A59-10D3-7F49-887E-C23555944AFB}">
      <dgm:prSet/>
      <dgm:spPr/>
      <dgm:t>
        <a:bodyPr/>
        <a:lstStyle/>
        <a:p>
          <a:endParaRPr lang="ru-RU"/>
        </a:p>
      </dgm:t>
    </dgm:pt>
    <dgm:pt modelId="{C856DB30-5351-2648-8701-A94047FB0EE6}" type="pres">
      <dgm:prSet presAssocID="{70CFB21C-0F47-5249-9F30-B2F279EDDEBF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0DD5ADD-80E8-B645-ADBB-349BFA79AEF3}" type="pres">
      <dgm:prSet presAssocID="{AB7D1A31-8351-894C-8753-81CB7122F1D3}" presName="singleCycle" presStyleCnt="0"/>
      <dgm:spPr/>
    </dgm:pt>
    <dgm:pt modelId="{B35B430D-62AA-C54C-BF6D-44061E671A28}" type="pres">
      <dgm:prSet presAssocID="{AB7D1A31-8351-894C-8753-81CB7122F1D3}" presName="singleCenter" presStyleLbl="node1" presStyleIdx="0" presStyleCnt="8" custScaleX="133147">
        <dgm:presLayoutVars>
          <dgm:chMax val="7"/>
          <dgm:chPref val="7"/>
        </dgm:presLayoutVars>
      </dgm:prSet>
      <dgm:spPr/>
    </dgm:pt>
    <dgm:pt modelId="{A2F51EF9-D502-0348-AD9E-C24ADA63955B}" type="pres">
      <dgm:prSet presAssocID="{E3107D55-5317-2841-A45D-82EA4A15671E}" presName="Name56" presStyleLbl="parChTrans1D2" presStyleIdx="0" presStyleCnt="7" custSzX="1041229"/>
      <dgm:spPr/>
    </dgm:pt>
    <dgm:pt modelId="{17BB6B5C-0A30-CC41-82EF-AEFAAF5AB0C6}" type="pres">
      <dgm:prSet presAssocID="{B714A463-3854-EB43-B995-AC1F9C9C3AEA}" presName="text0" presStyleLbl="node1" presStyleIdx="1" presStyleCnt="8" custScaleX="133147">
        <dgm:presLayoutVars>
          <dgm:bulletEnabled val="1"/>
        </dgm:presLayoutVars>
      </dgm:prSet>
      <dgm:spPr/>
    </dgm:pt>
    <dgm:pt modelId="{1BE96344-E806-9B4D-8EC4-2C0F302E37E6}" type="pres">
      <dgm:prSet presAssocID="{6D358813-83F0-3346-BE6A-B59A3A060BEB}" presName="Name56" presStyleLbl="parChTrans1D2" presStyleIdx="1" presStyleCnt="7" custSzX="583954"/>
      <dgm:spPr/>
    </dgm:pt>
    <dgm:pt modelId="{00DDBB07-1E67-614A-B5AB-95614CE7EE6A}" type="pres">
      <dgm:prSet presAssocID="{6A0C1562-7703-0C43-A766-3AF14D2B06E8}" presName="text0" presStyleLbl="node1" presStyleIdx="2" presStyleCnt="8" custScaleX="133147">
        <dgm:presLayoutVars>
          <dgm:bulletEnabled val="1"/>
        </dgm:presLayoutVars>
      </dgm:prSet>
      <dgm:spPr/>
    </dgm:pt>
    <dgm:pt modelId="{1C4AE750-8FDA-1141-83CE-13B5381A8B6B}" type="pres">
      <dgm:prSet presAssocID="{4667B1F6-4353-6C4A-A10E-B2F5A86A9F0A}" presName="Name56" presStyleLbl="parChTrans1D2" presStyleIdx="2" presStyleCnt="7" custSzX="999087"/>
      <dgm:spPr/>
    </dgm:pt>
    <dgm:pt modelId="{951F2DD5-9A7C-9E48-8451-8BAD6646DAA8}" type="pres">
      <dgm:prSet presAssocID="{A4D9CC38-C967-FA42-B6D1-5F6BBD79F865}" presName="text0" presStyleLbl="node1" presStyleIdx="3" presStyleCnt="8" custScaleX="133147" custRadScaleRad="103181" custRadScaleInc="-41729">
        <dgm:presLayoutVars>
          <dgm:bulletEnabled val="1"/>
        </dgm:presLayoutVars>
      </dgm:prSet>
      <dgm:spPr/>
    </dgm:pt>
    <dgm:pt modelId="{BA65A5DE-11DF-834E-88E6-6DB9CB0A86DA}" type="pres">
      <dgm:prSet presAssocID="{9BA553F3-AE7C-724D-A98B-AD40B9A547AE}" presName="Name56" presStyleLbl="parChTrans1D2" presStyleIdx="3" presStyleCnt="7" custSzX="861110"/>
      <dgm:spPr/>
    </dgm:pt>
    <dgm:pt modelId="{02C1FC81-BDE2-334D-8DB4-2D0E3527DD6A}" type="pres">
      <dgm:prSet presAssocID="{7977055C-B33B-A843-BB89-C048D032BAD3}" presName="text0" presStyleLbl="node1" presStyleIdx="4" presStyleCnt="8" custScaleX="133147">
        <dgm:presLayoutVars>
          <dgm:bulletEnabled val="1"/>
        </dgm:presLayoutVars>
      </dgm:prSet>
      <dgm:spPr/>
    </dgm:pt>
    <dgm:pt modelId="{4E07FC10-4FC0-D745-B7AA-FD3C3AD80043}" type="pres">
      <dgm:prSet presAssocID="{A1CC61B7-4A16-774B-A9CB-A5DC2B89B8D4}" presName="Name56" presStyleLbl="parChTrans1D2" presStyleIdx="4" presStyleCnt="7" custSzX="861110"/>
      <dgm:spPr/>
    </dgm:pt>
    <dgm:pt modelId="{ACA7625A-414F-A141-8370-A655F2147367}" type="pres">
      <dgm:prSet presAssocID="{32F712CC-6593-7D44-BF01-85888BE9BF92}" presName="text0" presStyleLbl="node1" presStyleIdx="5" presStyleCnt="8" custScaleX="133147">
        <dgm:presLayoutVars>
          <dgm:bulletEnabled val="1"/>
        </dgm:presLayoutVars>
      </dgm:prSet>
      <dgm:spPr/>
    </dgm:pt>
    <dgm:pt modelId="{46ACFB69-45B2-9943-BE51-6AEB3C0D9B5A}" type="pres">
      <dgm:prSet presAssocID="{DFDB0DAD-6094-C04C-A993-327C3C47E213}" presName="Name56" presStyleLbl="parChTrans1D2" presStyleIdx="5" presStyleCnt="7" custSzX="999087"/>
      <dgm:spPr/>
    </dgm:pt>
    <dgm:pt modelId="{11863E3C-E1D0-7C4E-B85B-9A95606EDED5}" type="pres">
      <dgm:prSet presAssocID="{EDA0241B-EDCE-F748-BE4B-B59ADFE8A466}" presName="text0" presStyleLbl="node1" presStyleIdx="6" presStyleCnt="8" custScaleX="133147">
        <dgm:presLayoutVars>
          <dgm:bulletEnabled val="1"/>
        </dgm:presLayoutVars>
      </dgm:prSet>
      <dgm:spPr/>
    </dgm:pt>
    <dgm:pt modelId="{A0E23235-ECBD-BC4A-8DF4-17FE098B6AB0}" type="pres">
      <dgm:prSet presAssocID="{A3C9222D-9B66-7C4A-987C-9BAD629514D4}" presName="Name56" presStyleLbl="parChTrans1D2" presStyleIdx="6" presStyleCnt="7" custSzX="583954"/>
      <dgm:spPr/>
    </dgm:pt>
    <dgm:pt modelId="{6F74A943-80A5-C34D-B1E2-704C24F84EEB}" type="pres">
      <dgm:prSet presAssocID="{431FA7BF-E013-BB4A-A6BD-4DCE0B70689F}" presName="text0" presStyleLbl="node1" presStyleIdx="7" presStyleCnt="8" custScaleX="133147">
        <dgm:presLayoutVars>
          <dgm:bulletEnabled val="1"/>
        </dgm:presLayoutVars>
      </dgm:prSet>
      <dgm:spPr/>
    </dgm:pt>
  </dgm:ptLst>
  <dgm:cxnLst>
    <dgm:cxn modelId="{7E178010-AD2C-AC4F-9CE6-188D413DEFEC}" type="presOf" srcId="{E3107D55-5317-2841-A45D-82EA4A15671E}" destId="{A2F51EF9-D502-0348-AD9E-C24ADA63955B}" srcOrd="0" destOrd="0" presId="urn:microsoft.com/office/officeart/2008/layout/RadialCluster"/>
    <dgm:cxn modelId="{07A3B416-E282-D24B-BE42-C48A0A86E92E}" type="presOf" srcId="{9BA553F3-AE7C-724D-A98B-AD40B9A547AE}" destId="{BA65A5DE-11DF-834E-88E6-6DB9CB0A86DA}" srcOrd="0" destOrd="0" presId="urn:microsoft.com/office/officeart/2008/layout/RadialCluster"/>
    <dgm:cxn modelId="{59C5071A-7E0F-D044-AE3F-C8054E477BDE}" srcId="{AB7D1A31-8351-894C-8753-81CB7122F1D3}" destId="{EDA0241B-EDCE-F748-BE4B-B59ADFE8A466}" srcOrd="5" destOrd="0" parTransId="{DFDB0DAD-6094-C04C-A993-327C3C47E213}" sibTransId="{B45292AA-121E-7C4A-8043-2A870908FAAC}"/>
    <dgm:cxn modelId="{A0D18D23-C484-934D-86D4-FE75A2EA54CC}" type="presOf" srcId="{6A0C1562-7703-0C43-A766-3AF14D2B06E8}" destId="{00DDBB07-1E67-614A-B5AB-95614CE7EE6A}" srcOrd="0" destOrd="0" presId="urn:microsoft.com/office/officeart/2008/layout/RadialCluster"/>
    <dgm:cxn modelId="{77260827-D2D0-8747-9148-9BB6968A95E0}" type="presOf" srcId="{7977055C-B33B-A843-BB89-C048D032BAD3}" destId="{02C1FC81-BDE2-334D-8DB4-2D0E3527DD6A}" srcOrd="0" destOrd="0" presId="urn:microsoft.com/office/officeart/2008/layout/RadialCluster"/>
    <dgm:cxn modelId="{BCE18D37-0F0A-B646-AFDE-2A32A5FD96B6}" srcId="{AB7D1A31-8351-894C-8753-81CB7122F1D3}" destId="{7977055C-B33B-A843-BB89-C048D032BAD3}" srcOrd="3" destOrd="0" parTransId="{9BA553F3-AE7C-724D-A98B-AD40B9A547AE}" sibTransId="{AAE38FAC-78C4-F043-8D36-801CA099F7D4}"/>
    <dgm:cxn modelId="{72784E56-B7A7-A74F-833C-A200549793CC}" type="presOf" srcId="{AB7D1A31-8351-894C-8753-81CB7122F1D3}" destId="{B35B430D-62AA-C54C-BF6D-44061E671A28}" srcOrd="0" destOrd="0" presId="urn:microsoft.com/office/officeart/2008/layout/RadialCluster"/>
    <dgm:cxn modelId="{9DB31858-D65F-CA4F-8DA4-6D170A74E719}" type="presOf" srcId="{70CFB21C-0F47-5249-9F30-B2F279EDDEBF}" destId="{C856DB30-5351-2648-8701-A94047FB0EE6}" srcOrd="0" destOrd="0" presId="urn:microsoft.com/office/officeart/2008/layout/RadialCluster"/>
    <dgm:cxn modelId="{10900A59-10D3-7F49-887E-C23555944AFB}" srcId="{AB7D1A31-8351-894C-8753-81CB7122F1D3}" destId="{B714A463-3854-EB43-B995-AC1F9C9C3AEA}" srcOrd="0" destOrd="0" parTransId="{E3107D55-5317-2841-A45D-82EA4A15671E}" sibTransId="{516567F0-938C-504B-903C-C2224AA810C6}"/>
    <dgm:cxn modelId="{0C7E675A-02E5-3941-9871-B74EB802277F}" type="presOf" srcId="{B714A463-3854-EB43-B995-AC1F9C9C3AEA}" destId="{17BB6B5C-0A30-CC41-82EF-AEFAAF5AB0C6}" srcOrd="0" destOrd="0" presId="urn:microsoft.com/office/officeart/2008/layout/RadialCluster"/>
    <dgm:cxn modelId="{1C318498-439E-AB4E-93AC-1AE8F062A37E}" type="presOf" srcId="{DFDB0DAD-6094-C04C-A993-327C3C47E213}" destId="{46ACFB69-45B2-9943-BE51-6AEB3C0D9B5A}" srcOrd="0" destOrd="0" presId="urn:microsoft.com/office/officeart/2008/layout/RadialCluster"/>
    <dgm:cxn modelId="{DCCC95A2-D2F5-CE4E-9BC4-6F97B699D6FD}" type="presOf" srcId="{4667B1F6-4353-6C4A-A10E-B2F5A86A9F0A}" destId="{1C4AE750-8FDA-1141-83CE-13B5381A8B6B}" srcOrd="0" destOrd="0" presId="urn:microsoft.com/office/officeart/2008/layout/RadialCluster"/>
    <dgm:cxn modelId="{084E07A6-980E-4549-88BD-9126A11EC889}" type="presOf" srcId="{32F712CC-6593-7D44-BF01-85888BE9BF92}" destId="{ACA7625A-414F-A141-8370-A655F2147367}" srcOrd="0" destOrd="0" presId="urn:microsoft.com/office/officeart/2008/layout/RadialCluster"/>
    <dgm:cxn modelId="{243BF5A6-67B2-FC49-9BEC-1328D80FE9AF}" srcId="{AB7D1A31-8351-894C-8753-81CB7122F1D3}" destId="{6A0C1562-7703-0C43-A766-3AF14D2B06E8}" srcOrd="1" destOrd="0" parTransId="{6D358813-83F0-3346-BE6A-B59A3A060BEB}" sibTransId="{4E2DA01B-DF35-484A-BB8E-9DC0EAB40D7C}"/>
    <dgm:cxn modelId="{434562BC-FAF1-8C4F-9682-C5DF2EA3CBC5}" srcId="{AB7D1A31-8351-894C-8753-81CB7122F1D3}" destId="{431FA7BF-E013-BB4A-A6BD-4DCE0B70689F}" srcOrd="6" destOrd="0" parTransId="{A3C9222D-9B66-7C4A-987C-9BAD629514D4}" sibTransId="{7ED7A71F-5EF4-B742-B62A-14BB515C91DA}"/>
    <dgm:cxn modelId="{187EE5BE-97A2-CD40-B8AC-09D7EFDC5B64}" type="presOf" srcId="{A4D9CC38-C967-FA42-B6D1-5F6BBD79F865}" destId="{951F2DD5-9A7C-9E48-8451-8BAD6646DAA8}" srcOrd="0" destOrd="0" presId="urn:microsoft.com/office/officeart/2008/layout/RadialCluster"/>
    <dgm:cxn modelId="{77FF19C5-E9C8-4E4A-BF12-15FB85D44FE5}" type="presOf" srcId="{A1CC61B7-4A16-774B-A9CB-A5DC2B89B8D4}" destId="{4E07FC10-4FC0-D745-B7AA-FD3C3AD80043}" srcOrd="0" destOrd="0" presId="urn:microsoft.com/office/officeart/2008/layout/RadialCluster"/>
    <dgm:cxn modelId="{CA6347CC-678B-6E4A-8660-B72BE0A77405}" type="presOf" srcId="{A3C9222D-9B66-7C4A-987C-9BAD629514D4}" destId="{A0E23235-ECBD-BC4A-8DF4-17FE098B6AB0}" srcOrd="0" destOrd="0" presId="urn:microsoft.com/office/officeart/2008/layout/RadialCluster"/>
    <dgm:cxn modelId="{97F6EBD3-EEE4-714E-9347-8699B037543E}" srcId="{AB7D1A31-8351-894C-8753-81CB7122F1D3}" destId="{32F712CC-6593-7D44-BF01-85888BE9BF92}" srcOrd="4" destOrd="0" parTransId="{A1CC61B7-4A16-774B-A9CB-A5DC2B89B8D4}" sibTransId="{4F41CA07-280B-F742-97CC-AC2F2D85C92E}"/>
    <dgm:cxn modelId="{39B440D8-E466-AA4C-A2BA-2E3B76947EFD}" srcId="{70CFB21C-0F47-5249-9F30-B2F279EDDEBF}" destId="{AB7D1A31-8351-894C-8753-81CB7122F1D3}" srcOrd="0" destOrd="0" parTransId="{013A4742-294D-6D4F-9265-E87005817B82}" sibTransId="{C849944F-CD74-2E4C-A275-E03BE1195EC3}"/>
    <dgm:cxn modelId="{F9A07FE1-FB06-8741-86C5-CB855CD5A01B}" type="presOf" srcId="{431FA7BF-E013-BB4A-A6BD-4DCE0B70689F}" destId="{6F74A943-80A5-C34D-B1E2-704C24F84EEB}" srcOrd="0" destOrd="0" presId="urn:microsoft.com/office/officeart/2008/layout/RadialCluster"/>
    <dgm:cxn modelId="{C7A505E8-DB98-BA48-BCC5-663AA70640AD}" type="presOf" srcId="{6D358813-83F0-3346-BE6A-B59A3A060BEB}" destId="{1BE96344-E806-9B4D-8EC4-2C0F302E37E6}" srcOrd="0" destOrd="0" presId="urn:microsoft.com/office/officeart/2008/layout/RadialCluster"/>
    <dgm:cxn modelId="{7DBB07F0-71EB-174F-A389-B526EA63130C}" srcId="{AB7D1A31-8351-894C-8753-81CB7122F1D3}" destId="{A4D9CC38-C967-FA42-B6D1-5F6BBD79F865}" srcOrd="2" destOrd="0" parTransId="{4667B1F6-4353-6C4A-A10E-B2F5A86A9F0A}" sibTransId="{4240EB38-8C56-424E-BCAE-DEF5FE872CE0}"/>
    <dgm:cxn modelId="{FD1F3BFB-C07C-2E45-948A-C55BFEABA7B3}" type="presOf" srcId="{EDA0241B-EDCE-F748-BE4B-B59ADFE8A466}" destId="{11863E3C-E1D0-7C4E-B85B-9A95606EDED5}" srcOrd="0" destOrd="0" presId="urn:microsoft.com/office/officeart/2008/layout/RadialCluster"/>
    <dgm:cxn modelId="{08FAEE3F-BEF9-3746-AE7E-2AFC75FF0BFA}" type="presParOf" srcId="{C856DB30-5351-2648-8701-A94047FB0EE6}" destId="{30DD5ADD-80E8-B645-ADBB-349BFA79AEF3}" srcOrd="0" destOrd="0" presId="urn:microsoft.com/office/officeart/2008/layout/RadialCluster"/>
    <dgm:cxn modelId="{695481C1-0CED-0F45-8725-A91FC1D349F7}" type="presParOf" srcId="{30DD5ADD-80E8-B645-ADBB-349BFA79AEF3}" destId="{B35B430D-62AA-C54C-BF6D-44061E671A28}" srcOrd="0" destOrd="0" presId="urn:microsoft.com/office/officeart/2008/layout/RadialCluster"/>
    <dgm:cxn modelId="{40076F92-C820-3940-9B7B-2A290D7834D2}" type="presParOf" srcId="{30DD5ADD-80E8-B645-ADBB-349BFA79AEF3}" destId="{A2F51EF9-D502-0348-AD9E-C24ADA63955B}" srcOrd="1" destOrd="0" presId="urn:microsoft.com/office/officeart/2008/layout/RadialCluster"/>
    <dgm:cxn modelId="{1A542DDE-ECB6-3D45-9DFA-52814E40FB09}" type="presParOf" srcId="{30DD5ADD-80E8-B645-ADBB-349BFA79AEF3}" destId="{17BB6B5C-0A30-CC41-82EF-AEFAAF5AB0C6}" srcOrd="2" destOrd="0" presId="urn:microsoft.com/office/officeart/2008/layout/RadialCluster"/>
    <dgm:cxn modelId="{8EA6FC11-1A66-5E42-B940-AF70A274FCC3}" type="presParOf" srcId="{30DD5ADD-80E8-B645-ADBB-349BFA79AEF3}" destId="{1BE96344-E806-9B4D-8EC4-2C0F302E37E6}" srcOrd="3" destOrd="0" presId="urn:microsoft.com/office/officeart/2008/layout/RadialCluster"/>
    <dgm:cxn modelId="{98A0BF7E-437E-C54A-8159-35C749A2FE9B}" type="presParOf" srcId="{30DD5ADD-80E8-B645-ADBB-349BFA79AEF3}" destId="{00DDBB07-1E67-614A-B5AB-95614CE7EE6A}" srcOrd="4" destOrd="0" presId="urn:microsoft.com/office/officeart/2008/layout/RadialCluster"/>
    <dgm:cxn modelId="{9D705079-6CA4-DF4E-A806-C468D1A903D4}" type="presParOf" srcId="{30DD5ADD-80E8-B645-ADBB-349BFA79AEF3}" destId="{1C4AE750-8FDA-1141-83CE-13B5381A8B6B}" srcOrd="5" destOrd="0" presId="urn:microsoft.com/office/officeart/2008/layout/RadialCluster"/>
    <dgm:cxn modelId="{D0185E8F-04AA-CC41-8E43-0D0770171181}" type="presParOf" srcId="{30DD5ADD-80E8-B645-ADBB-349BFA79AEF3}" destId="{951F2DD5-9A7C-9E48-8451-8BAD6646DAA8}" srcOrd="6" destOrd="0" presId="urn:microsoft.com/office/officeart/2008/layout/RadialCluster"/>
    <dgm:cxn modelId="{E87CE288-2674-CC49-A5C2-CA0A6674E1DD}" type="presParOf" srcId="{30DD5ADD-80E8-B645-ADBB-349BFA79AEF3}" destId="{BA65A5DE-11DF-834E-88E6-6DB9CB0A86DA}" srcOrd="7" destOrd="0" presId="urn:microsoft.com/office/officeart/2008/layout/RadialCluster"/>
    <dgm:cxn modelId="{FB3C331C-7D70-874E-BDCA-D956D70F4F8C}" type="presParOf" srcId="{30DD5ADD-80E8-B645-ADBB-349BFA79AEF3}" destId="{02C1FC81-BDE2-334D-8DB4-2D0E3527DD6A}" srcOrd="8" destOrd="0" presId="urn:microsoft.com/office/officeart/2008/layout/RadialCluster"/>
    <dgm:cxn modelId="{5B273B80-5EEB-424B-A78A-6C45CC443CC2}" type="presParOf" srcId="{30DD5ADD-80E8-B645-ADBB-349BFA79AEF3}" destId="{4E07FC10-4FC0-D745-B7AA-FD3C3AD80043}" srcOrd="9" destOrd="0" presId="urn:microsoft.com/office/officeart/2008/layout/RadialCluster"/>
    <dgm:cxn modelId="{F63EC578-83A6-0E4A-B35A-5AAEC2CB82AE}" type="presParOf" srcId="{30DD5ADD-80E8-B645-ADBB-349BFA79AEF3}" destId="{ACA7625A-414F-A141-8370-A655F2147367}" srcOrd="10" destOrd="0" presId="urn:microsoft.com/office/officeart/2008/layout/RadialCluster"/>
    <dgm:cxn modelId="{D7B1E0C8-9653-BC43-BC95-B8A73F45CEFD}" type="presParOf" srcId="{30DD5ADD-80E8-B645-ADBB-349BFA79AEF3}" destId="{46ACFB69-45B2-9943-BE51-6AEB3C0D9B5A}" srcOrd="11" destOrd="0" presId="urn:microsoft.com/office/officeart/2008/layout/RadialCluster"/>
    <dgm:cxn modelId="{AE0E8D59-A576-3442-9D9D-1E664E33965D}" type="presParOf" srcId="{30DD5ADD-80E8-B645-ADBB-349BFA79AEF3}" destId="{11863E3C-E1D0-7C4E-B85B-9A95606EDED5}" srcOrd="12" destOrd="0" presId="urn:microsoft.com/office/officeart/2008/layout/RadialCluster"/>
    <dgm:cxn modelId="{640FC206-2FCD-0041-863F-8DCF692E3A26}" type="presParOf" srcId="{30DD5ADD-80E8-B645-ADBB-349BFA79AEF3}" destId="{A0E23235-ECBD-BC4A-8DF4-17FE098B6AB0}" srcOrd="13" destOrd="0" presId="urn:microsoft.com/office/officeart/2008/layout/RadialCluster"/>
    <dgm:cxn modelId="{AF7B8A4E-85E1-9845-8441-22935B0685E7}" type="presParOf" srcId="{30DD5ADD-80E8-B645-ADBB-349BFA79AEF3}" destId="{6F74A943-80A5-C34D-B1E2-704C24F84EEB}" srcOrd="1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A27D88-BAA1-E642-B3FD-A6D1E88E6667}">
      <dsp:nvSpPr>
        <dsp:cNvPr id="0" name=""/>
        <dsp:cNvSpPr/>
      </dsp:nvSpPr>
      <dsp:spPr>
        <a:xfrm>
          <a:off x="19368" y="4701"/>
          <a:ext cx="2282773" cy="940045"/>
        </a:xfrm>
        <a:prstGeom prst="roundRect">
          <a:avLst>
            <a:gd name="adj" fmla="val 10000"/>
          </a:avLst>
        </a:prstGeom>
        <a:solidFill>
          <a:srgbClr val="F3DD00"/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>
              <a:solidFill>
                <a:schemeClr val="tx1"/>
              </a:solidFill>
              <a:latin typeface="+mn-lt"/>
            </a:rPr>
            <a:t>Венчурные фонды и инвестиционные компании</a:t>
          </a:r>
        </a:p>
      </dsp:txBody>
      <dsp:txXfrm>
        <a:off x="46901" y="32234"/>
        <a:ext cx="2227707" cy="884979"/>
      </dsp:txXfrm>
    </dsp:sp>
    <dsp:sp modelId="{33E4D31C-26ED-8B44-A7AE-85B04BC1FC92}">
      <dsp:nvSpPr>
        <dsp:cNvPr id="0" name=""/>
        <dsp:cNvSpPr/>
      </dsp:nvSpPr>
      <dsp:spPr>
        <a:xfrm>
          <a:off x="247645" y="944747"/>
          <a:ext cx="228277" cy="17057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5733"/>
              </a:lnTo>
              <a:lnTo>
                <a:pt x="228277" y="1705733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C1E155-E342-6E4B-ADE5-53A150DA8575}">
      <dsp:nvSpPr>
        <dsp:cNvPr id="0" name=""/>
        <dsp:cNvSpPr/>
      </dsp:nvSpPr>
      <dsp:spPr>
        <a:xfrm>
          <a:off x="475922" y="1230093"/>
          <a:ext cx="2208866" cy="28407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>
              <a:latin typeface="+mn-lt"/>
            </a:rPr>
            <a:t>Аналитики и инвестиционные менеджеры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+mn-lt"/>
            </a:rPr>
            <a:t>Обрабатывают основной поток питчей, делает первичный анализ, выявляет риски, готовит краткие выводы. Формирует </a:t>
          </a:r>
          <a:r>
            <a:rPr lang="en" sz="1400" kern="1200" dirty="0">
              <a:latin typeface="+mn-lt"/>
            </a:rPr>
            <a:t>shortlist </a:t>
          </a:r>
          <a:r>
            <a:rPr lang="ru-RU" sz="1400" kern="1200" dirty="0">
              <a:latin typeface="+mn-lt"/>
            </a:rPr>
            <a:t>проектов, сравнивают компании между собой, проводит быстрый </a:t>
          </a:r>
          <a:r>
            <a:rPr lang="en" sz="1400" kern="1200" dirty="0">
              <a:latin typeface="+mn-lt"/>
            </a:rPr>
            <a:t>due diligence.</a:t>
          </a:r>
          <a:endParaRPr lang="ru-RU" sz="1400" kern="1200" dirty="0">
            <a:latin typeface="+mn-lt"/>
          </a:endParaRPr>
        </a:p>
      </dsp:txBody>
      <dsp:txXfrm>
        <a:off x="540617" y="1294788"/>
        <a:ext cx="2079476" cy="2711384"/>
      </dsp:txXfrm>
    </dsp:sp>
    <dsp:sp modelId="{317C6249-4920-BD4B-AA54-D8268E60E907}">
      <dsp:nvSpPr>
        <dsp:cNvPr id="0" name=""/>
        <dsp:cNvSpPr/>
      </dsp:nvSpPr>
      <dsp:spPr>
        <a:xfrm>
          <a:off x="2872834" y="4701"/>
          <a:ext cx="2787425" cy="940045"/>
        </a:xfrm>
        <a:prstGeom prst="roundRect">
          <a:avLst>
            <a:gd name="adj" fmla="val 10000"/>
          </a:avLst>
        </a:prstGeom>
        <a:solidFill>
          <a:srgbClr val="F3DD00"/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>
              <a:solidFill>
                <a:srgbClr val="101010"/>
              </a:solidFill>
              <a:latin typeface="+mn-lt"/>
              <a:ea typeface="+mn-ea"/>
              <a:cs typeface="+mn-cs"/>
            </a:rPr>
            <a:t>Акселераторы, инкубаторы и корпоративные программы</a:t>
          </a:r>
        </a:p>
      </dsp:txBody>
      <dsp:txXfrm>
        <a:off x="2900367" y="32234"/>
        <a:ext cx="2732359" cy="884979"/>
      </dsp:txXfrm>
    </dsp:sp>
    <dsp:sp modelId="{E9770AF1-B381-FF46-851D-F5597535E5BE}">
      <dsp:nvSpPr>
        <dsp:cNvPr id="0" name=""/>
        <dsp:cNvSpPr/>
      </dsp:nvSpPr>
      <dsp:spPr>
        <a:xfrm>
          <a:off x="3151577" y="944747"/>
          <a:ext cx="278742" cy="1454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4931"/>
              </a:lnTo>
              <a:lnTo>
                <a:pt x="278742" y="1454931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598B8F-F8F6-C443-8B90-DED9DC2111BB}">
      <dsp:nvSpPr>
        <dsp:cNvPr id="0" name=""/>
        <dsp:cNvSpPr/>
      </dsp:nvSpPr>
      <dsp:spPr>
        <a:xfrm>
          <a:off x="3430319" y="1230093"/>
          <a:ext cx="2549674" cy="23391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>
              <a:latin typeface="+mn-lt"/>
            </a:rPr>
            <a:t>Скаут / Менеджер акселерационной программы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+mn-lt"/>
            </a:rPr>
            <a:t>Принимают и сортируют заявки, фильтрует десятки–сотни проектов по презентациям и анкетам. Отбирают стартапы для треков, требует структурированных критериев оценки и объективных сравнений.</a:t>
          </a:r>
        </a:p>
      </dsp:txBody>
      <dsp:txXfrm>
        <a:off x="3498831" y="1298605"/>
        <a:ext cx="2412650" cy="2202145"/>
      </dsp:txXfrm>
    </dsp:sp>
    <dsp:sp modelId="{D348C761-5C86-544F-A8B8-D52139FCA632}">
      <dsp:nvSpPr>
        <dsp:cNvPr id="0" name=""/>
        <dsp:cNvSpPr/>
      </dsp:nvSpPr>
      <dsp:spPr>
        <a:xfrm>
          <a:off x="3151577" y="944747"/>
          <a:ext cx="278742" cy="3788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8518"/>
              </a:lnTo>
              <a:lnTo>
                <a:pt x="278742" y="3788518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15728E-CA17-5C46-8E5F-8322931126EA}">
      <dsp:nvSpPr>
        <dsp:cNvPr id="0" name=""/>
        <dsp:cNvSpPr/>
      </dsp:nvSpPr>
      <dsp:spPr>
        <a:xfrm>
          <a:off x="3430319" y="3854609"/>
          <a:ext cx="2546698" cy="1757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>
              <a:latin typeface="+mn-lt"/>
              <a:ea typeface="+mn-ea"/>
              <a:cs typeface="+mn-cs"/>
            </a:rPr>
            <a:t>Аналитики экосистем крупных компаний </a:t>
          </a:r>
          <a:br>
            <a:rPr lang="ru-RU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</a:br>
          <a:r>
            <a:rPr lang="ru-RU" sz="1400" b="1" kern="1200" dirty="0">
              <a:latin typeface="+mn-lt"/>
              <a:ea typeface="+mn-ea"/>
              <a:cs typeface="+mn-cs"/>
            </a:rPr>
            <a:t>(Сбер, ВТБ, Тинькофф, МТС, Газпром Нефть и др.)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+mn-lt"/>
              <a:ea typeface="+mn-ea"/>
              <a:cs typeface="+mn-cs"/>
            </a:rPr>
            <a:t>Проводят экспертный анализ стартапов для пилотов и </a:t>
          </a:r>
          <a:r>
            <a:rPr lang="en" sz="1400" kern="1200" dirty="0">
              <a:latin typeface="+mn-lt"/>
              <a:ea typeface="+mn-ea"/>
              <a:cs typeface="+mn-cs"/>
            </a:rPr>
            <a:t>PoC, </a:t>
          </a:r>
          <a:r>
            <a:rPr lang="ru-RU" sz="1400" kern="1200" dirty="0">
              <a:latin typeface="+mn-lt"/>
              <a:ea typeface="+mn-ea"/>
              <a:cs typeface="+mn-cs"/>
            </a:rPr>
            <a:t>оценивают релевантность решения.</a:t>
          </a:r>
        </a:p>
      </dsp:txBody>
      <dsp:txXfrm>
        <a:off x="3481789" y="3906079"/>
        <a:ext cx="2443758" cy="1654373"/>
      </dsp:txXfrm>
    </dsp:sp>
    <dsp:sp modelId="{2DB192F1-57E8-444B-A50A-E0B23B55DF87}">
      <dsp:nvSpPr>
        <dsp:cNvPr id="0" name=""/>
        <dsp:cNvSpPr/>
      </dsp:nvSpPr>
      <dsp:spPr>
        <a:xfrm>
          <a:off x="6230953" y="4701"/>
          <a:ext cx="2282773" cy="940045"/>
        </a:xfrm>
        <a:prstGeom prst="roundRect">
          <a:avLst>
            <a:gd name="adj" fmla="val 10000"/>
          </a:avLst>
        </a:prstGeom>
        <a:solidFill>
          <a:srgbClr val="F3DD00"/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>
              <a:solidFill>
                <a:srgbClr val="101010"/>
              </a:solidFill>
              <a:latin typeface="+mn-lt"/>
              <a:ea typeface="+mn-ea"/>
              <a:cs typeface="+mn-cs"/>
            </a:rPr>
            <a:t>Бизнес-ангелы и инвестиционные клубы</a:t>
          </a:r>
        </a:p>
      </dsp:txBody>
      <dsp:txXfrm>
        <a:off x="6258486" y="32234"/>
        <a:ext cx="2227707" cy="884979"/>
      </dsp:txXfrm>
    </dsp:sp>
    <dsp:sp modelId="{44E4E2CC-F8A6-664E-9E03-F7D446E71F03}">
      <dsp:nvSpPr>
        <dsp:cNvPr id="0" name=""/>
        <dsp:cNvSpPr/>
      </dsp:nvSpPr>
      <dsp:spPr>
        <a:xfrm>
          <a:off x="6459230" y="944747"/>
          <a:ext cx="228277" cy="10298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9873"/>
              </a:lnTo>
              <a:lnTo>
                <a:pt x="228277" y="1029873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D18B3F-A845-6A4D-9C98-4C49193FD119}">
      <dsp:nvSpPr>
        <dsp:cNvPr id="0" name=""/>
        <dsp:cNvSpPr/>
      </dsp:nvSpPr>
      <dsp:spPr>
        <a:xfrm>
          <a:off x="6687508" y="1230093"/>
          <a:ext cx="2113281" cy="14890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>
              <a:latin typeface="+mn-lt"/>
            </a:rPr>
            <a:t>Частный ангел-инвестор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+mn-lt"/>
            </a:rPr>
            <a:t>Получает большое количество проектов через личные контакты и соцсети, нуждается в быстрой </a:t>
          </a:r>
          <a:r>
            <a:rPr lang="en" sz="1400" kern="1200" dirty="0">
              <a:latin typeface="+mn-lt"/>
            </a:rPr>
            <a:t>sanity-check </a:t>
          </a:r>
          <a:r>
            <a:rPr lang="ru-RU" sz="1400" kern="1200" dirty="0">
              <a:latin typeface="+mn-lt"/>
            </a:rPr>
            <a:t>оценке.</a:t>
          </a:r>
        </a:p>
      </dsp:txBody>
      <dsp:txXfrm>
        <a:off x="6731121" y="1273706"/>
        <a:ext cx="2026055" cy="1401826"/>
      </dsp:txXfrm>
    </dsp:sp>
    <dsp:sp modelId="{4C292134-74FD-0A43-902B-6B3630CA3606}">
      <dsp:nvSpPr>
        <dsp:cNvPr id="0" name=""/>
        <dsp:cNvSpPr/>
      </dsp:nvSpPr>
      <dsp:spPr>
        <a:xfrm>
          <a:off x="6459230" y="944747"/>
          <a:ext cx="228277" cy="2844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4169"/>
              </a:lnTo>
              <a:lnTo>
                <a:pt x="228277" y="2844169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09429D-51BE-D641-8BA9-DE4C36237235}">
      <dsp:nvSpPr>
        <dsp:cNvPr id="0" name=""/>
        <dsp:cNvSpPr/>
      </dsp:nvSpPr>
      <dsp:spPr>
        <a:xfrm>
          <a:off x="6687508" y="3004493"/>
          <a:ext cx="2114103" cy="15688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>
              <a:latin typeface="+mn-lt"/>
            </a:rPr>
            <a:t>Аналитик инвестиционного клуба / сообщества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+mn-lt"/>
            </a:rPr>
            <a:t>Готовит аналитические записки для участников клуба, требует быстрых и качественных разборов.</a:t>
          </a:r>
        </a:p>
      </dsp:txBody>
      <dsp:txXfrm>
        <a:off x="6733458" y="3050443"/>
        <a:ext cx="2022203" cy="14769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BD511-EB2C-8F4A-B68F-B3284933D025}">
      <dsp:nvSpPr>
        <dsp:cNvPr id="0" name=""/>
        <dsp:cNvSpPr/>
      </dsp:nvSpPr>
      <dsp:spPr>
        <a:xfrm>
          <a:off x="4059395" y="1379629"/>
          <a:ext cx="3169909" cy="7296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8413"/>
              </a:lnTo>
              <a:lnTo>
                <a:pt x="3169909" y="618413"/>
              </a:lnTo>
              <a:lnTo>
                <a:pt x="3169909" y="729652"/>
              </a:lnTo>
            </a:path>
          </a:pathLst>
        </a:custGeom>
        <a:noFill/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8B6E83-27B3-124E-907E-FAF31D560A89}">
      <dsp:nvSpPr>
        <dsp:cNvPr id="0" name=""/>
        <dsp:cNvSpPr/>
      </dsp:nvSpPr>
      <dsp:spPr>
        <a:xfrm>
          <a:off x="4059395" y="1379629"/>
          <a:ext cx="1154081" cy="7334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2195"/>
              </a:lnTo>
              <a:lnTo>
                <a:pt x="1154081" y="622195"/>
              </a:lnTo>
              <a:lnTo>
                <a:pt x="1154081" y="733434"/>
              </a:lnTo>
            </a:path>
          </a:pathLst>
        </a:custGeom>
        <a:noFill/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4DD180-6DD6-F14B-A7D2-1193121287D1}">
      <dsp:nvSpPr>
        <dsp:cNvPr id="0" name=""/>
        <dsp:cNvSpPr/>
      </dsp:nvSpPr>
      <dsp:spPr>
        <a:xfrm>
          <a:off x="3003188" y="1379629"/>
          <a:ext cx="1056207" cy="729652"/>
        </a:xfrm>
        <a:custGeom>
          <a:avLst/>
          <a:gdLst/>
          <a:ahLst/>
          <a:cxnLst/>
          <a:rect l="0" t="0" r="0" b="0"/>
          <a:pathLst>
            <a:path>
              <a:moveTo>
                <a:pt x="1056207" y="0"/>
              </a:moveTo>
              <a:lnTo>
                <a:pt x="1056207" y="618413"/>
              </a:lnTo>
              <a:lnTo>
                <a:pt x="0" y="618413"/>
              </a:lnTo>
              <a:lnTo>
                <a:pt x="0" y="729652"/>
              </a:lnTo>
            </a:path>
          </a:pathLst>
        </a:custGeom>
        <a:noFill/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825AE-23BF-434E-99BC-21A54DC5B6F8}">
      <dsp:nvSpPr>
        <dsp:cNvPr id="0" name=""/>
        <dsp:cNvSpPr/>
      </dsp:nvSpPr>
      <dsp:spPr>
        <a:xfrm>
          <a:off x="862767" y="1379629"/>
          <a:ext cx="3196628" cy="729652"/>
        </a:xfrm>
        <a:custGeom>
          <a:avLst/>
          <a:gdLst/>
          <a:ahLst/>
          <a:cxnLst/>
          <a:rect l="0" t="0" r="0" b="0"/>
          <a:pathLst>
            <a:path>
              <a:moveTo>
                <a:pt x="3196628" y="0"/>
              </a:moveTo>
              <a:lnTo>
                <a:pt x="3196628" y="618413"/>
              </a:lnTo>
              <a:lnTo>
                <a:pt x="0" y="618413"/>
              </a:lnTo>
              <a:lnTo>
                <a:pt x="0" y="729652"/>
              </a:lnTo>
            </a:path>
          </a:pathLst>
        </a:custGeom>
        <a:noFill/>
        <a:ln w="25400" cap="flat" cmpd="sng" algn="ctr">
          <a:solidFill>
            <a:srgbClr val="FFFF00"/>
          </a:solidFill>
          <a:prstDash val="solid"/>
          <a:headEnd w="med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9C3E0-D9D1-0740-BD0E-02A5237F58DC}">
      <dsp:nvSpPr>
        <dsp:cNvPr id="0" name=""/>
        <dsp:cNvSpPr/>
      </dsp:nvSpPr>
      <dsp:spPr>
        <a:xfrm>
          <a:off x="1322862" y="504057"/>
          <a:ext cx="5473067" cy="875571"/>
        </a:xfrm>
        <a:prstGeom prst="rect">
          <a:avLst/>
        </a:prstGeom>
        <a:solidFill>
          <a:srgbClr val="F3DD00"/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>
              <a:solidFill>
                <a:schemeClr val="tx1"/>
              </a:solidFill>
            </a:rPr>
            <a:t>Ключевые показатели качества продукта:</a:t>
          </a:r>
        </a:p>
      </dsp:txBody>
      <dsp:txXfrm>
        <a:off x="1322862" y="504057"/>
        <a:ext cx="5473067" cy="875571"/>
      </dsp:txXfrm>
    </dsp:sp>
    <dsp:sp modelId="{93C179FF-E170-F44F-886D-259BDEAF7DA9}">
      <dsp:nvSpPr>
        <dsp:cNvPr id="0" name=""/>
        <dsp:cNvSpPr/>
      </dsp:nvSpPr>
      <dsp:spPr>
        <a:xfrm>
          <a:off x="1026" y="2109281"/>
          <a:ext cx="1723481" cy="1560739"/>
        </a:xfrm>
        <a:prstGeom prst="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700" b="1" kern="1200" dirty="0">
              <a:solidFill>
                <a:schemeClr val="tx1"/>
              </a:solidFill>
            </a:rPr>
            <a:t>Activation rate </a:t>
          </a:r>
          <a:endParaRPr lang="ru-RU" sz="1700" b="1" kern="1200" dirty="0">
            <a:solidFill>
              <a:schemeClr val="tx1"/>
            </a:solidFill>
          </a:endParaRP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700" kern="1200" dirty="0">
              <a:solidFill>
                <a:schemeClr val="tx1"/>
              </a:solidFill>
            </a:rPr>
            <a:t> </a:t>
          </a:r>
          <a:r>
            <a:rPr lang="ru-RU" sz="1700" kern="1200" dirty="0">
              <a:solidFill>
                <a:schemeClr val="tx1"/>
              </a:solidFill>
            </a:rPr>
            <a:t>загрузили хотя бы один питч и получили отчёт  </a:t>
          </a:r>
        </a:p>
      </dsp:txBody>
      <dsp:txXfrm>
        <a:off x="1026" y="2109281"/>
        <a:ext cx="1723481" cy="1560739"/>
      </dsp:txXfrm>
    </dsp:sp>
    <dsp:sp modelId="{0DCBB16F-7546-DA4A-A7D2-EF1C1329399E}">
      <dsp:nvSpPr>
        <dsp:cNvPr id="0" name=""/>
        <dsp:cNvSpPr/>
      </dsp:nvSpPr>
      <dsp:spPr>
        <a:xfrm>
          <a:off x="1946986" y="2109281"/>
          <a:ext cx="2112404" cy="1560739"/>
        </a:xfrm>
        <a:prstGeom prst="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700" b="1" kern="1200" dirty="0">
              <a:solidFill>
                <a:schemeClr val="tx1"/>
              </a:solidFill>
            </a:rPr>
            <a:t>Report quality score </a:t>
          </a:r>
          <a:r>
            <a:rPr lang="ru-RU" sz="1700" b="1" kern="1200" dirty="0">
              <a:solidFill>
                <a:schemeClr val="tx1"/>
              </a:solidFill>
            </a:rPr>
            <a:t>и </a:t>
          </a:r>
          <a:r>
            <a:rPr lang="en" sz="1700" b="1" kern="1200" dirty="0">
              <a:solidFill>
                <a:schemeClr val="tx1"/>
              </a:solidFill>
            </a:rPr>
            <a:t>CSI</a:t>
          </a:r>
          <a:r>
            <a:rPr lang="en" sz="1700" kern="1200" dirty="0">
              <a:solidFill>
                <a:schemeClr val="tx1"/>
              </a:solidFill>
            </a:rPr>
            <a:t> </a:t>
          </a:r>
          <a:endParaRPr lang="ru-RU" sz="1700" kern="1200" dirty="0">
            <a:solidFill>
              <a:schemeClr val="tx1"/>
            </a:solidFill>
          </a:endParaRP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solidFill>
                <a:schemeClr val="tx1"/>
              </a:solidFill>
            </a:rPr>
            <a:t>субъективная оценка аналитиками, индекс удовлетворенности</a:t>
          </a:r>
        </a:p>
      </dsp:txBody>
      <dsp:txXfrm>
        <a:off x="1946986" y="2109281"/>
        <a:ext cx="2112404" cy="1560739"/>
      </dsp:txXfrm>
    </dsp:sp>
    <dsp:sp modelId="{E5D9F284-FE0E-6D41-B999-AC52BB3BE03E}">
      <dsp:nvSpPr>
        <dsp:cNvPr id="0" name=""/>
        <dsp:cNvSpPr/>
      </dsp:nvSpPr>
      <dsp:spPr>
        <a:xfrm>
          <a:off x="4281868" y="2113063"/>
          <a:ext cx="1863218" cy="1560739"/>
        </a:xfrm>
        <a:prstGeom prst="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" sz="1700" b="1" kern="1200" dirty="0">
              <a:solidFill>
                <a:schemeClr val="tx1"/>
              </a:solidFill>
            </a:rPr>
            <a:t>Retention </a:t>
          </a:r>
          <a:r>
            <a:rPr lang="en" sz="1700" b="1" kern="1200" dirty="0">
              <a:solidFill>
                <a:schemeClr val="tx1"/>
              </a:solidFill>
              <a:latin typeface="Calibri"/>
            </a:rPr>
            <a:t>rate</a:t>
          </a:r>
          <a:endParaRPr lang="ru-RU" sz="1700" b="1" kern="1200" dirty="0">
            <a:solidFill>
              <a:schemeClr val="tx1"/>
            </a:solidFill>
          </a:endParaRP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endParaRPr lang="ru-RU" sz="1700" kern="1200">
            <a:solidFill>
              <a:schemeClr val="tx1"/>
            </a:solidFill>
          </a:endParaRP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700" kern="1200">
              <a:solidFill>
                <a:schemeClr val="tx1"/>
              </a:solidFill>
            </a:rPr>
            <a:t>вернулись ли для анализа новых стартапов  </a:t>
          </a:r>
        </a:p>
      </dsp:txBody>
      <dsp:txXfrm>
        <a:off x="4281868" y="2113063"/>
        <a:ext cx="1863218" cy="1560739"/>
      </dsp:txXfrm>
    </dsp:sp>
    <dsp:sp modelId="{6ED34564-AB81-424B-A8B6-B8670F45A459}">
      <dsp:nvSpPr>
        <dsp:cNvPr id="0" name=""/>
        <dsp:cNvSpPr/>
      </dsp:nvSpPr>
      <dsp:spPr>
        <a:xfrm>
          <a:off x="6367564" y="2109281"/>
          <a:ext cx="1723481" cy="1560739"/>
        </a:xfrm>
        <a:prstGeom prst="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700" b="1" kern="1200" dirty="0">
              <a:solidFill>
                <a:schemeClr val="tx1"/>
              </a:solidFill>
            </a:rPr>
            <a:t>Avg. projects per user</a:t>
          </a:r>
          <a:endParaRPr lang="en" sz="1700" kern="1200" dirty="0">
            <a:solidFill>
              <a:schemeClr val="tx1"/>
            </a:solidFill>
          </a:endParaRPr>
        </a:p>
      </dsp:txBody>
      <dsp:txXfrm>
        <a:off x="6367564" y="2109281"/>
        <a:ext cx="1723481" cy="15607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B430D-62AA-C54C-BF6D-44061E671A28}">
      <dsp:nvSpPr>
        <dsp:cNvPr id="0" name=""/>
        <dsp:cNvSpPr/>
      </dsp:nvSpPr>
      <dsp:spPr>
        <a:xfrm>
          <a:off x="2689982" y="1819263"/>
          <a:ext cx="1962511" cy="1473943"/>
        </a:xfrm>
        <a:prstGeom prst="roundRect">
          <a:avLst/>
        </a:prstGeom>
        <a:solidFill>
          <a:srgbClr val="F3DD00"/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>
              <a:solidFill>
                <a:schemeClr val="tx1"/>
              </a:solidFill>
            </a:rPr>
            <a:t>Технические метрики</a:t>
          </a:r>
          <a:endParaRPr lang="ru-RU" sz="2400" kern="1200">
            <a:solidFill>
              <a:schemeClr val="tx1"/>
            </a:solidFill>
          </a:endParaRPr>
        </a:p>
      </dsp:txBody>
      <dsp:txXfrm>
        <a:off x="2761934" y="1891215"/>
        <a:ext cx="1818607" cy="1330039"/>
      </dsp:txXfrm>
    </dsp:sp>
    <dsp:sp modelId="{A2F51EF9-D502-0348-AD9E-C24ADA63955B}">
      <dsp:nvSpPr>
        <dsp:cNvPr id="0" name=""/>
        <dsp:cNvSpPr/>
      </dsp:nvSpPr>
      <dsp:spPr>
        <a:xfrm rot="16200000">
          <a:off x="3280230" y="1428256"/>
          <a:ext cx="78201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82015" y="0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BB6B5C-0A30-CC41-82EF-AEFAAF5AB0C6}">
      <dsp:nvSpPr>
        <dsp:cNvPr id="0" name=""/>
        <dsp:cNvSpPr/>
      </dsp:nvSpPr>
      <dsp:spPr>
        <a:xfrm>
          <a:off x="3013796" y="49706"/>
          <a:ext cx="1314883" cy="987542"/>
        </a:xfrm>
        <a:prstGeom prst="round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b="1" kern="1200">
              <a:solidFill>
                <a:schemeClr val="tx1"/>
              </a:solidFill>
              <a:effectLst/>
            </a:rPr>
            <a:t>Error rate (4xx / 5xx)</a:t>
          </a:r>
          <a:endParaRPr lang="ru-RU" sz="2000" kern="1200">
            <a:solidFill>
              <a:schemeClr val="tx1"/>
            </a:solidFill>
          </a:endParaRPr>
        </a:p>
      </dsp:txBody>
      <dsp:txXfrm>
        <a:off x="3062004" y="97914"/>
        <a:ext cx="1218467" cy="891126"/>
      </dsp:txXfrm>
    </dsp:sp>
    <dsp:sp modelId="{1BE96344-E806-9B4D-8EC4-2C0F302E37E6}">
      <dsp:nvSpPr>
        <dsp:cNvPr id="0" name=""/>
        <dsp:cNvSpPr/>
      </dsp:nvSpPr>
      <dsp:spPr>
        <a:xfrm rot="19285714">
          <a:off x="4591139" y="1807168"/>
          <a:ext cx="387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799" y="0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DDBB07-1E67-614A-B5AB-95614CE7EE6A}">
      <dsp:nvSpPr>
        <dsp:cNvPr id="0" name=""/>
        <dsp:cNvSpPr/>
      </dsp:nvSpPr>
      <dsp:spPr>
        <a:xfrm>
          <a:off x="4587434" y="807530"/>
          <a:ext cx="1314883" cy="987542"/>
        </a:xfrm>
        <a:prstGeom prst="round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1" kern="1200">
              <a:solidFill>
                <a:schemeClr val="tx1"/>
              </a:solidFill>
              <a:effectLst/>
            </a:rPr>
            <a:t>RAG relevance score </a:t>
          </a:r>
          <a:r>
            <a:rPr lang="en" sz="1800" kern="1200">
              <a:solidFill>
                <a:schemeClr val="tx1"/>
              </a:solidFill>
              <a:effectLst/>
            </a:rPr>
            <a:t> </a:t>
          </a:r>
        </a:p>
      </dsp:txBody>
      <dsp:txXfrm>
        <a:off x="4635642" y="855738"/>
        <a:ext cx="1218467" cy="891126"/>
      </dsp:txXfrm>
    </dsp:sp>
    <dsp:sp modelId="{1C4AE750-8FDA-1141-83CE-13B5381A8B6B}">
      <dsp:nvSpPr>
        <dsp:cNvPr id="0" name=""/>
        <dsp:cNvSpPr/>
      </dsp:nvSpPr>
      <dsp:spPr>
        <a:xfrm rot="127610">
          <a:off x="4652343" y="2600785"/>
          <a:ext cx="43695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36957" y="0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1F2DD5-9A7C-9E48-8451-8BAD6646DAA8}">
      <dsp:nvSpPr>
        <dsp:cNvPr id="0" name=""/>
        <dsp:cNvSpPr/>
      </dsp:nvSpPr>
      <dsp:spPr>
        <a:xfrm>
          <a:off x="5089150" y="2139537"/>
          <a:ext cx="1314883" cy="987542"/>
        </a:xfrm>
        <a:prstGeom prst="round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1" kern="1200">
              <a:solidFill>
                <a:schemeClr val="tx1"/>
              </a:solidFill>
              <a:effectLst/>
            </a:rPr>
            <a:t>Document parsing accuracy </a:t>
          </a:r>
          <a:r>
            <a:rPr lang="en" sz="1800" kern="1200">
              <a:solidFill>
                <a:schemeClr val="tx1"/>
              </a:solidFill>
              <a:effectLst/>
            </a:rPr>
            <a:t> </a:t>
          </a:r>
        </a:p>
      </dsp:txBody>
      <dsp:txXfrm>
        <a:off x="5137358" y="2187745"/>
        <a:ext cx="1218467" cy="891126"/>
      </dsp:txXfrm>
    </dsp:sp>
    <dsp:sp modelId="{BA65A5DE-11DF-834E-88E6-6DB9CB0A86DA}">
      <dsp:nvSpPr>
        <dsp:cNvPr id="0" name=""/>
        <dsp:cNvSpPr/>
      </dsp:nvSpPr>
      <dsp:spPr>
        <a:xfrm rot="3857143">
          <a:off x="3843080" y="3584552"/>
          <a:ext cx="64673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6736" y="0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C1FC81-BDE2-334D-8DB4-2D0E3527DD6A}">
      <dsp:nvSpPr>
        <dsp:cNvPr id="0" name=""/>
        <dsp:cNvSpPr/>
      </dsp:nvSpPr>
      <dsp:spPr>
        <a:xfrm>
          <a:off x="3887099" y="3875897"/>
          <a:ext cx="1314883" cy="987542"/>
        </a:xfrm>
        <a:prstGeom prst="round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1" kern="1200">
              <a:solidFill>
                <a:schemeClr val="tx1"/>
              </a:solidFill>
              <a:effectLst/>
            </a:rPr>
            <a:t>Agent chain success rate </a:t>
          </a:r>
          <a:r>
            <a:rPr lang="en" sz="1800" kern="1200">
              <a:solidFill>
                <a:schemeClr val="tx1"/>
              </a:solidFill>
              <a:effectLst/>
            </a:rPr>
            <a:t> </a:t>
          </a:r>
          <a:endParaRPr lang="ru-RU" sz="1800" kern="1200">
            <a:solidFill>
              <a:schemeClr val="tx1"/>
            </a:solidFill>
          </a:endParaRPr>
        </a:p>
      </dsp:txBody>
      <dsp:txXfrm>
        <a:off x="3935307" y="3924105"/>
        <a:ext cx="1218467" cy="891126"/>
      </dsp:txXfrm>
    </dsp:sp>
    <dsp:sp modelId="{4E07FC10-4FC0-D745-B7AA-FD3C3AD80043}">
      <dsp:nvSpPr>
        <dsp:cNvPr id="0" name=""/>
        <dsp:cNvSpPr/>
      </dsp:nvSpPr>
      <dsp:spPr>
        <a:xfrm rot="6942857">
          <a:off x="2852658" y="3584552"/>
          <a:ext cx="64673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6736" y="0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A7625A-414F-A141-8370-A655F2147367}">
      <dsp:nvSpPr>
        <dsp:cNvPr id="0" name=""/>
        <dsp:cNvSpPr/>
      </dsp:nvSpPr>
      <dsp:spPr>
        <a:xfrm>
          <a:off x="2140493" y="3875897"/>
          <a:ext cx="1314883" cy="987542"/>
        </a:xfrm>
        <a:prstGeom prst="round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1" kern="1200">
              <a:solidFill>
                <a:schemeClr val="tx1"/>
              </a:solidFill>
              <a:effectLst/>
            </a:rPr>
            <a:t>Vector search latency </a:t>
          </a:r>
          <a:r>
            <a:rPr lang="en" sz="1800" kern="1200">
              <a:solidFill>
                <a:schemeClr val="tx1"/>
              </a:solidFill>
              <a:effectLst/>
            </a:rPr>
            <a:t> </a:t>
          </a:r>
          <a:endParaRPr lang="ru-RU" sz="1800" kern="1200">
            <a:solidFill>
              <a:schemeClr val="tx1"/>
            </a:solidFill>
          </a:endParaRPr>
        </a:p>
      </dsp:txBody>
      <dsp:txXfrm>
        <a:off x="2188701" y="3924105"/>
        <a:ext cx="1218467" cy="891126"/>
      </dsp:txXfrm>
    </dsp:sp>
    <dsp:sp modelId="{46ACFB69-45B2-9943-BE51-6AEB3C0D9B5A}">
      <dsp:nvSpPr>
        <dsp:cNvPr id="0" name=""/>
        <dsp:cNvSpPr/>
      </dsp:nvSpPr>
      <dsp:spPr>
        <a:xfrm rot="10028571">
          <a:off x="2362224" y="2817130"/>
          <a:ext cx="33191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1918" y="0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863E3C-E1D0-7C4E-B85B-9A95606EDED5}">
      <dsp:nvSpPr>
        <dsp:cNvPr id="0" name=""/>
        <dsp:cNvSpPr/>
      </dsp:nvSpPr>
      <dsp:spPr>
        <a:xfrm>
          <a:off x="1051502" y="2510345"/>
          <a:ext cx="1314883" cy="987542"/>
        </a:xfrm>
        <a:prstGeom prst="round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1" kern="1200">
              <a:solidFill>
                <a:schemeClr val="tx1"/>
              </a:solidFill>
              <a:effectLst/>
            </a:rPr>
            <a:t>Token usage per report </a:t>
          </a:r>
          <a:r>
            <a:rPr lang="en" sz="1800" kern="1200">
              <a:solidFill>
                <a:schemeClr val="tx1"/>
              </a:solidFill>
              <a:effectLst/>
            </a:rPr>
            <a:t> </a:t>
          </a:r>
        </a:p>
      </dsp:txBody>
      <dsp:txXfrm>
        <a:off x="1099710" y="2558553"/>
        <a:ext cx="1218467" cy="891126"/>
      </dsp:txXfrm>
    </dsp:sp>
    <dsp:sp modelId="{A0E23235-ECBD-BC4A-8DF4-17FE098B6AB0}">
      <dsp:nvSpPr>
        <dsp:cNvPr id="0" name=""/>
        <dsp:cNvSpPr/>
      </dsp:nvSpPr>
      <dsp:spPr>
        <a:xfrm rot="13114286">
          <a:off x="2712537" y="1807168"/>
          <a:ext cx="387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799" y="0"/>
              </a:lnTo>
            </a:path>
          </a:pathLst>
        </a:custGeom>
        <a:noFill/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74A943-80A5-C34D-B1E2-704C24F84EEB}">
      <dsp:nvSpPr>
        <dsp:cNvPr id="0" name=""/>
        <dsp:cNvSpPr/>
      </dsp:nvSpPr>
      <dsp:spPr>
        <a:xfrm>
          <a:off x="1440158" y="807530"/>
          <a:ext cx="1314883" cy="987542"/>
        </a:xfrm>
        <a:prstGeom prst="round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rgbClr val="F3DD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700" b="1" kern="1200">
              <a:solidFill>
                <a:schemeClr val="tx1"/>
              </a:solidFill>
              <a:effectLst/>
            </a:rPr>
            <a:t>LLM latency </a:t>
          </a:r>
          <a:r>
            <a:rPr lang="en" sz="1700" kern="1200">
              <a:solidFill>
                <a:schemeClr val="tx1"/>
              </a:solidFill>
              <a:effectLst/>
            </a:rPr>
            <a:t>(avg / p95 / p99)  </a:t>
          </a:r>
        </a:p>
      </dsp:txBody>
      <dsp:txXfrm>
        <a:off x="1488366" y="855738"/>
        <a:ext cx="1218467" cy="891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21:13:09.984"/>
    </inkml:context>
    <inkml:brush xml:id="br0">
      <inkml:brushProperty name="width" value="0.2" units="cm"/>
      <inkml:brushProperty name="height" value="1.2" units="cm"/>
      <inkml:brushProperty name="color" value="#F3DD00"/>
      <inkml:brushProperty name="inkEffects" value="pencil"/>
    </inkml:brush>
  </inkml:definitions>
  <inkml:trace contextRef="#ctx0" brushRef="#br0">2196 6560 16383,'72'0'0,"1"0"0,17 0 0,5 0 0,-15 0 0,4 0 0,2 0 0,11-1 0,2 1 0,1-3 0,0-2 0,0-2 0,-1-5 0,-2-4 0,-2-5 0,-2-7 0,-4-7 0,-3-8 0,-3-8 0,-21 5 0,-3-5 0,-1-4 0,-2-3 0,5-9 0,-3-4 0,-1-4 0,-1-2 0,-11 9 0,-1-2 0,-2-2 0,0-1 0,-2-2 0,1-3 0,-1-3 0,-1-1 0,-2 0 0,-1-1 0,-1 0 0,-2-1 0,-1 0 0,-1-1 0,-3 1 0,-1-1 0,-2 1 0,-2-1 0,-1 1 0,-2 0 0,-2 3 0,-2 1 0,-1 0 0,-2 1 0,-1 1 0,-1-10 0,-2 1 0,-3 2 0,-4 0 0,-6 2 0,-3 1 0,-5 2 0,-3 1 0,-12-17 0,-6 3 0,-7 3 0,-8 6 0,-7 4 0,-7 5 0,11 19 0,-5 2 0,-2 3 0,-3 5 0,-2 6 0,-3 3 0,-2 5 0,-2 2 0,-3 2 0,-1 4 0,-2 2 0,0 4 0,-4 1 0,0 3 0,-2 3 0,0 3 0,-2 2 0,-2 2 0,0 5 0,0 3 0,-3 5 0,-1 5 0,1 3 0,0 4 0,0 4 0,1 4 0,0 3 0,4 3 0,3 3 0,3 2 0,2 4 0,3 1 0,7 0 0,3 3 0,3 1 0,4 0 0,-6 10 0,5 2 0,7 1 0,9-4 0,5 2 0,6 3 0,5 1 0,5 3 0,6 0 0,6 2 0,6 1 0,8-1 0,9 5 0,10 0 0,8-3 0,14 4 0,11-3 0,8-5 0,-3-14 0,7-3 0,5-4 0,3-2 0,-7-7 0,4-3 0,2-1 0,3-3 0,0-1 0,4-2 0,3-2 0,1-2 0,0-2 0,2-2 0,1-1 0,2-2 0,1-3 0,-1-2 0,1-2 0,-1-2 0,1-3 0,0-2 0,0-3 0,0-2 0,-2-3 0,0-3 0,0-2 0,-1-3 0,0-3 0,-1-3 0,-1-3 0,0-3 0,-1-3 0,-1-4 0,3-4 0,-1-5 0,-1-3 0,0-3 0,-1-3 0,-13 4 0,0-2 0,-1-2 0,0-2 0,-1-2 0,-1-1 0,1-3 0,0-2 0,-1-2 0,-1-1 0,-1-2 0,-2 0 0,0-2 0,-2-1 0,0-2 0,-3 0 0,-1-1 0,-3 1 0,4-10 0,-2 1 0,-3-2 0,-4 1 0,-2-1 0,-7 6 0,-2-1 0,-3 0 0,-3 1 0,-3 0 0,2-12 0,-5 1 0,-3 1 0,-6 1 0,-5 8 0,-4 1 0,-4 1 0,-6 1 0,-6-20 0,-8 3 0,-11 4 0,-11 8 0,-10 6 0,-6 4 0,-9 3 0,-7 6 0,-3 3 0,-9 0 0,-4 4 0,-1 2 0,3 3 0,-1 2 0,0 0 0,1 2 0,0 1 0,-1 2 0,-5-1 0,0 2 0,-2 3 0,-2 1 0,-2 3 0,-2 2 0,16 8 0,-2 2 0,-2 1 0,0 3 0,-7 1 0,-1 2 0,-2 3 0,-1 1 0,-4 2 0,-2 2 0,-1 1 0,-1 2 0,16 0 0,-1 1 0,0 1 0,-1 1 0,1 2 0,-2 2 0,-1 1 0,0 1 0,1 2 0,1 2 0,3 1 0,1 2 0,0 1 0,1 3 0,1 1 0,2 2 0,1 2 0,0 3 0,1 1 0,2 3 0,-15 9 0,2 5 0,1 2 0,4 1 0,8-2 0,2 2 0,3 1 0,1 2 0,4-1 0,2 2 0,1 1 0,4 0 0,-11 14 0,4 1 0,3-1 0,6-6 0,2 1 0,0-3 0,1-3 0,0-1 0,1-3 0,-21 12 0,2-7 0,5-9 0,2-6 0,5-8 0,0-4 0,3-5 0,1-2 0,1-2 0,0-2 0,0-2 0,0-2 0,1-2 0,1-4 0,0-1 0,1-2 0,-46 0 0,5-6 0,10-9 0,7-15 0,6-21 0,8-21 0,9-15 0,33 34 0,3-1 0,4-2 0,4 0 0,3-2 0,2 1 0,2-1 0,1 2 0,3-47 0,9 5 0,12 3 0,-7 44 0,2 0 0,3 0 0,1 1 0,19-41 0,-5 16 0,-7 21 0,-10 18 0,-8 18 0,-5 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11:26:13.0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11430 11906 16383 0 0,'0'10'0'0'0,"0"14"0"0"0,0 13 0 0 0,0 15 0 0 0,5 14 0 0 0,2 12 0 0 0,-1 7 0 0 0,0 10 0 0 0,-3 8 0 0 0,0 9 0 0 0,-2 4 0 0 0,-1 3 0 0 0,0 8 0 0 0,0-4 0 0 0,0-2 0 0 0,-1-6 0 0 0,1-7 0 0 0,0-7 0 0 0,0-11 0 0 0,0-5 0 0 0,0-6 0 0 0,0-8 0 0 0,0-9 0 0 0,0-7 0 0 0,0-6 0 0 0,0-2 0 0 0,5-3 0 0 0,2-5 0 0 0,-1 1 0 0 0,-1 0 0 0 0,-1-3 0 0 0,-2 3 0 0 0,0 0 0 0 0,-2 3 0 0 0,0 0 0 0 0,0 2 0 0 0,0-1 0 0 0,5-4 0 0 0,1 3 0 0 0,0-2 0 0 0,-1-2 0 0 0,-1-3 0 0 0,-2-2 0 0 0,0-8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21:10:48.161"/>
    </inkml:context>
    <inkml:brush xml:id="br0">
      <inkml:brushProperty name="width" value="0.2" units="cm"/>
      <inkml:brushProperty name="height" value="0.2" units="cm"/>
      <inkml:brushProperty name="color" value="#F3DD00"/>
    </inkml:brush>
  </inkml:definitions>
  <inkml:trace contextRef="#ctx0" brushRef="#br0">294 204 24575,'0'81'0,"0"-1"0,0 1 0,0 7 0,0 5 0,0 5 0,0 7 0,0-26 0,0 5 0,0 2 0,0 3 0,0 2 0,0-1 0,0-1-469,0 3 1,0 1 0,0 1 0,0-1 0,0 2 0,0-1 0,0 1-1,0 3 1,0 0 0,0 0 0,0 1 0,0 0 0,0 1 0,0-1 58,0-9 0,0-1 1,0 1-1,0 0 1,0 0-1,0 0 0,0 1 1,0 0 279,0 1 0,0 1 1,0-1-1,0 1 0,0 0 1,0 1-1,0 1 1,0 0 129,0-4 0,0 0 0,0 2 0,0 0 0,0 0 0,0 0 0,0 0 0,0 0 0,0 0 0,0-2 0,0 0 0,0 1 0,0-1 0,0 0 0,0 0 0,0 0 0,0-1 0,0 0 0,0 7 0,0 0 0,0-1 0,0 0 0,0 0 0,0-1 0,0 0 0,0-1-87,0-4 1,0 0 0,0-1-1,0 0 1,0 0 0,0-1 0,0 0-1,0 0 87,0 10 0,0 0 0,0 0 0,0-1 0,0 0 0,0 0 0,0-1-249,0-5 1,0 1-1,0-2 1,0 1-1,0-2 1,0 0 0,0 0 248,0 9 0,0-1 0,0-1 0,0 0 0,0-1 0,0 0 109,0-4 1,0-1 0,0 0 0,0-1 0,0-1 0,0-1-110,0 8 0,0 0 0,0-3 0,0 0 0,0-2 506,0 12 1,0-3-1,0-1 1,0-2-507,0-9 0,0-2 0,0-2 0,0-2 824,0 15 0,0-4 1,0-1-825,0-6 0,0-2 0,0-3 0,1-10 0,1-1 0,-1-3 1494,3 20 1,1-4-1495,0-11 0,2-4 1316,0-11 1,0-4-1317,4 28 1715,-2-27-1715,-3-21 803,-4-25-803,-2-44 0,-8-18 0,-4-17 0,1 7 0,-1-9 0,-1-8 0,-1-4-547,2 6 1,-1-5 0,-1-4 0,0-4 0,1-3 0,0-2 280,1 7 0,0-3 0,1-3 1,-1-2-1,1-1 0,0-2 0,1-1 1,0 0-63,2 12 0,0-1 0,0-1 1,1 0-1,0-2 0,0 0 1,0-1-1,1 0 0,0-1 1,1 0 170,0 3 1,0-1 0,1 0 0,0-2 0,0 1 0,1-1 0,0 0 0,0 0 0,0 0 0,1 0-1,-1 0-141,1 0 0,0 0 0,1-1 0,0 1 0,0 0 0,0-1 0,0 1 0,0 0 1,1 0-1,-1 0 0,0 1 292,1 2 0,-1 0 1,1 0-1,0 1 0,0-1 1,-1 1-1,1 0 1,0 0-1,0 1 0,0 0 1,0 0-197,0-7 1,0 0 0,0 0-1,0 1 1,0-1 0,0 2-1,0 0 1,0 0 0,0 2 0,0 1 201,0-2 0,0 2 0,0 0 0,0 1 0,0 1 0,0 1 0,0 0 0,0 1 0,0 0 38,0-4 1,0 0 0,0 2 0,0 0 0,0 0 0,0 2-1,0 1 1,0 1-39,0-4 0,0 1 0,0 1 0,0 1 0,0 1 0,0 1 0,0 2 236,0-6 1,0 1 0,0 2 0,0 1 0,0 1 0,0 1-237,0-10 0,0 2 0,0 1 0,0 0 0,1 2 433,0 5 1,-1 0 0,1 1 0,1 1 0,0 2-434,1-14 0,1 1 0,0 2 0,1 1 719,0 4 1,0 2-1,1 0 1,0 3-720,3-17 0,1 3 0,0 4 990,-2 13 1,-1 3 0,0 3-991,0-24 0,-1 6 1205,-2 21 1,-2 5-1206,-1 11 0,-2 5 2018,1-25-2018,0 21 0,0 14 0,0 16 0,0 12 0,0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21:10:51.451"/>
    </inkml:context>
    <inkml:brush xml:id="br0">
      <inkml:brushProperty name="width" value="0.2" units="cm"/>
      <inkml:brushProperty name="height" value="0.2" units="cm"/>
      <inkml:brushProperty name="color" value="#F3DD00"/>
    </inkml:brush>
  </inkml:definitions>
  <inkml:trace contextRef="#ctx0" brushRef="#br0">0 84 24575,'88'0'0,"-27"0"0,10 0 0,8 0 0,-2 0 0,9 0 0,5 0 0,3 0 0,0 0-547,-6 0 1,1 0 0,2 0 0,2 0 0,3 0 0,3 0 136,-8 0 0,2 0 1,2 0-1,2 0 1,2 0-1,3 0 0,1 0 1,2 0 135,-20 0 1,2 0 0,1 0 0,2 0 0,1 0 0,1 0 0,2 0 0,0 0 0,0 0 0,1 0 0,1 0 0,-1 0 103,-5 0 0,0 0 1,0 0-1,1 0 1,1 0-1,0 0 1,1 0-1,0 0 0,1 0 1,0 0-1,1 0 1,0 0-1,1 0 1,0 0 80,0 0 0,2 0 0,1 0 0,0 0 0,1 0 0,1 0 0,-1 0 0,1 0 0,0 0 0,0 0 0,-1 0 1,0 0-1,0 0 0,-1 0 0,-2 0 89,3 0 0,0 0 0,0 0 0,-1 0 0,1 0 0,-1 0 0,0 0 0,-1 0 0,-1 0 0,0 0 0,-1 0 0,-1 0 0,-1 0 0,-1 0 0,4 0 0,-1 0 0,-1 0 0,-1 0 0,0 0 0,-2 0 0,0 0 0,-1 0 0,-1 0 0,-1 0 0,0 0 0,-2 0 0,17 0 0,-1 0 0,-2 0 0,0 0 0,-2 0 0,-2 0 0,-1 0 0,-1 0 0,-3 0-171,8 0 0,-2 0 1,-2 0-1,-2 0 0,-2 0 1,-1 0-1,-1 0 171,3 0 0,-2 0 0,-1 0 0,-3 0 0,-1 0 0,-2 0 226,2 0 1,-3 0-1,-2 0 1,-1 0-1,-2 0-226,10 0 0,-3 0 0,-2 0 0,1 0 704,-3 0 0,-1 0 0,0 0 1,-3 0-705,15 0 0,-2 0 0,0 0 0,0 0 0,0 0 0,1 0 0,1 0 0,0 0 0,1 0 0,1 0 0,-1 0 0,0 0 0,-5 0 0,-1 0 0,-1 0 1092,-7 0 0,0 0 0,-3 0-704,-3 0 1,-2 0-1,-2 0-388,27 0 0,-2 0 1470,-2 0 0,-4 0-1470,-9 0 0,-4 0 874,-7 1 0,-2 2-874,-7 3 0,-1 0 573,-5 2 1,-1 0-574,-1 1 0,0 0 254,0-1 1,0-2-255,2-2 0,1-2 0,3 0 0,1-1 0,3 0 0,1-2 0,3-2 0,1-2 0,3-3 0,0-2 0,3-3 0,0-2 0,1-1 0,1 0 0,-2 2 0,-1 1 0,-2 2 0,-1 2 0,-4 2 0,-1 2 0,-6 0 0,0 2 0,-3 1 0,0 1 0,-1 0 0,1 1 0,0 0 0,0 0 0,0 0 0,1 0 0,1 0 0,0 0 0,0 0 0,1 0 0,0 0 0,0 0 0,-1 1 0,-1 1 0,-3 1 0,-1 1 0,41 5 0,-10 1 0,-9-3 0,-10-4 0,-8-1 0,-5-2 0,-8 0 0,-6 0 0,-6 0 0,-7 0 0,-5 0 0,-5 0 0,-5 0 0,-4 2 0,-36 0 0,-41 1 0,-16-2 0,-15 0 0,27-1 0,-2 0 0,-6 0-772,1 0 0,-6 0 1,-3 0-1,-5 0 772,19 0 0,-4 0 0,-2 0 0,-1-1 0,-3 2 0,0-1-469,5 1 1,-2-1 0,0 1 0,-3 0 0,0 1 0,-3 0 0,-3 0 297,6 1 1,-3 0-1,-1 0 1,-3 1 0,-1 0-1,0 0 1,-1 0 0,0 1-1,0 0-157,7 1 0,-1-1 0,0 1 1,-1 0-1,0 0 0,0 1 1,-1-1-1,1 1 0,-1 0 1,1 0 240,-1 0 1,0 1 0,0-1 0,0 1 0,0 0 0,-1 0 0,1 1-1,-1-1 1,0 0 0,-1 0 86,-2 0 0,0 0 0,-2 1 0,1 0 0,-1-1 0,1 0 0,0 1 0,0-1 0,1-1 0,1 1 0,6-1 0,0-1 0,0 0 0,1 1 0,0-1 0,1-1 0,0 1 0,-1-1 0,1 1 0,-1-1 0,-9 0 0,-1 1 0,1-1 0,0 0 0,0-1 0,-1 1 0,2-1 0,-1 0 0,0 0-271,2 0 1,0-1 0,-1 1 0,1-1-1,0 0 1,1-1 0,0 1 0,0-1-1,1 0 271,5 0 0,0 0 0,0-1 0,1 0 0,0 0 0,0 0 0,1 0 0,-1 0 0,1 1-85,-10-1 1,0 1 0,0-1 0,0 1 0,1-1 0,0 1 0,1 0 0,1-1 84,5 1 0,1-1 0,0 1 0,1-1 0,0 1 0,1-1 0,0 1 0,1 1 89,-7-1 1,1 1 0,0 1-1,1-1 1,1 1 0,0 0-1,2 0-89,-9 2 0,1-1 0,2 2 0,0-1 0,0 0 0,1 1 251,4-1 1,1 0-1,0 0 1,1 0 0,0 1-1,0-1-251,3 1 0,0 0 0,0 0 0,1 0 0,0 0 0,0 0 0,-15 1 0,0-1 0,0 1 0,1-1 0,0 0 341,6 0 1,1 0 0,0 0 0,1 1 0,0-2-342,2 1 0,2 0 0,-1 0 0,1 0 0,1-1 0,-16 0 0,1-1 0,0 1 0,2-1 482,5 0 1,0 1 0,2-2 0,0 1-483,3-2 0,0 0 0,2-1 0,1 0 661,-16 1 1,3-1 0,1 0-662,7 0 0,2-1 0,2 0 0,9 0 0,2-1 0,2-1 1240,-29 1 0,4 0-1240,13 0 0,6 0 1116,14 0 1,6 0-1117,-27 0 1705,31 0-1705,22-2 964,15-2-964,11-1 0,5-2 0,1 2 0,0 0 0,0-1 0,-2 1 0,-3-2 0,-3 0 0,-4 0 0,-1 2 0,2 3 0,-1 1 0,-1 1 0,-1-1 0,2-1 0,6 0 0,4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21:10:55.840"/>
    </inkml:context>
    <inkml:brush xml:id="br0">
      <inkml:brushProperty name="width" value="0.2" units="cm"/>
      <inkml:brushProperty name="height" value="0.2" units="cm"/>
      <inkml:brushProperty name="color" value="#F3DD00"/>
    </inkml:brush>
  </inkml:definitions>
  <inkml:trace contextRef="#ctx0" brushRef="#br0">155 1 24575,'0'96'0,"0"-28"0,0 7 0,0-5 0,0 5 0,0 3-958,0 6 1,0 2 0,0 5 957,0-10 0,0 4 0,0 3 0,0 3-656,0-4 1,0 3-1,0 2 1,0 4 0,0 3 515,0-11 0,0 2 1,0 4-1,0 1 0,0 3 1,0 1-1,0 1-225,0-10 1,0 1 0,0 3 0,0 0 0,0 2 0,0 1 0,0 0 0,0 1 0,0 0 350,0-4 0,0 1 0,0 1 1,0 1-1,0 0 0,0 0 0,0 1 1,0 1-1,0-1 0,0 2-284,0-6 0,0 1 0,0 1 0,0 0 0,0 0 0,0 1 0,0 0 0,0-1 1,0 1-1,0 0 0,0 0 296,0 0 1,0 1 0,0-1-1,0 1 1,0-1 0,0 1-1,0 0 1,0-1 0,0 1-1,0 0 1,0 1-154,0-8 1,0 0-1,0 1 1,0 0 0,0 0-1,0 0 1,0 0 0,0 0-1,0 0 1,0-1 0,0 1-1,0-1 155,0 6 0,0 1 0,0-1 0,0 1 0,0-1 0,0 0 0,0 0 0,0-1 0,0 1 0,0-1 0,0 0-64,0-3 1,0 1 0,0-1-1,0 0 1,0-1 0,0 1 0,0-1-1,0 0 1,0-1 0,0 1 0,0-2 63,0 6 0,0 0 0,0-1 0,0 1 0,0-2 0,0 1 0,0-2 0,0 1 0,0-1 0,0 0 44,0 5 0,0-1 1,0 1-1,0-1 0,0-1 1,0 0-1,0-1 0,0-1 1,0-1-45,0 5 0,0 0 0,0-1 0,0 0 0,0-2 0,0-1 0,0-2 0,0-1 206,0 14 0,0-2 0,0-2 0,0-2 1,0-2-1,0-2-206,0 2 0,0-3 0,0-1 0,0-3 0,0-3 558,0 8 1,-1-4 0,0-2 0,0-2-559,0 12 0,-1-3 0,0-2 1092,0-6 0,1-1 0,-1-3-986,0-10 0,0-2 0,1-2 1532,0 20 0,1-5-1180,0-13 0,0-4 901,0-15 0,0-4-1359,0 22 1402,0-26-1402,0-20 606,0-12-606,0-9 0,0-20 0,0 3 0,0-14 0,0 6 0,0-4 0,0-8 0,0-12 0,-7-18 0,-1-19 0,-3-13 0,-2-2 0,5 4 0,1 13 0,0 12 0,3 8 0,1-3 0,0-30 0,3 26 0,0-9 0,0 8 0,0-6 0,0-3-580,0 5 1,0-2 0,0-4 0,0-2 579,0 0 0,0-3 0,0-3 0,0-2 0,0-1-547,0 2 1,0-2 0,0-3 0,0 0 0,0-2 0,0-1 457,0 5 0,0-1 0,0-2 0,0 0 1,0-1-1,0-1 0,0 0-321,0 7 0,0-1 1,0 0-1,0-1 1,-1 0-1,1-1 0,0 1 1,-1 1 388,1 1 0,-1 0 0,0 0 1,0 0-1,1 0 0,-1 0 1,0 1-1,0-1 21,0-9 0,0-1 0,0 1 0,-1-1 0,1 1 0,0 1 0,0 0-337,0 3 1,0 0 0,0 0 0,0 1 0,0 0-1,0 0 1,0 0 336,0 1 0,0 0 0,1 1 0,-1-1 0,0 0 0,1 1 0,0 0 0,-1 0 0,1 0 0,0 0 0,0 1 0,0-1 0,1 1 0,-1 1 0,0 1 0,-1 0 0,1 1 0,0 0 0,0 0 0,0 1 0,1 0-80,-1-10 0,0 0 0,0 1 0,1 1 0,0 0 0,-1 1 80,1 5 0,1 2 0,-1-1 0,0 2 0,1 0 0,0 0 0,1-12 0,0 1 0,0 0 0,1 1 0,1 0 178,-1 4 0,2 0 0,-1 1 0,1 1 0,0-1-178,-1 2 0,1 1 0,-1-1 0,0 2 0,0 0 0,1-15 0,-1 1 0,0 1 0,-1 2 507,0 8 0,-1 3 0,-1 0 0,0 2-507,-1-18 0,-1 2 0,1 3 867,-1 10 0,0 2 0,0 2-867,0 7 0,0 2 0,0 1 0,0-26 0,0 3 1319,0 11 0,0 2-1319,-2 6 0,0 0 1176,-1-3 1,-2-1-1177,-1-2 0,-1 0 675,-1 0 0,-1 0-675,1 4 0,0 1 316,2 8 1,1 1-317,1 5 0,0 1 0,2 3 0,1 1 0,1 4 0,0 2 0,0-38 0,0 17 0,0 18 0,-3 12 0,-2 10 0,-5 6 0,-3 5 0,1 3 0,2 4 0,3 3 0,4 3 0,2 4 0,0 1 0,-2 27 0,1 29 0,0 1 0,1 8 0,1 23 0,1 9 0,2-12 0,1 5 0,0 3-493,1-11 0,1 1 0,0 3 1,1 1 492,1 7 0,1 2 0,0 2 0,1 0 0,1 3 0,0 1 0,1 0 0,-1 0 0,0-1 0,0-1 0,0 1 0,-1-1 0,0-2 0,0 1 0,-1-1 0,-1 1 0,1-2 0,-1 0 0,-1 0 0,0 0 0,0-1 0,-1-1 0,0 0 0,0 0 0,-2-1 0,1 0 0,-1 0 0,-1 0 0,1 0 0,-1 0 0,1 1 0,-1-1 0,0-1 0,-1-1 0,1 1 0,-1-1 0,0 1 0,-1-1 0,0 1 0,1 0 0,-1 2 0,0 0 0,1 1 0,-1 0 0,1 2 0,-1 1 0,1 0 0,0 1 0,0 1 0,1 1 0,0 1 0,-1 0-433,1-19 0,-1 1 0,0 1 0,1-1 0,-1 1 433,1-1 0,1 1 0,-1 0 0,0-1 0,0 1 0,0 0 0,-1-1 0,1 1 0,-1 0 0,0 0 0,-1 1 0,1 1 0,-1-1 0,1 2 0,-1-1 0,0 2 0,0 0 0,0 1 0,0 0 0,0 0 0,-1 1 0,0 0 0,0 1 0,0 0 0,0 0 0,0 0 0,0 0 0,0 1 0,0-1 0,0 0 0,-2-2 0,1 0 0,-1 0 0,-1-1 0,1 0 0,-1-4 0,0-1 0,0 0 0,-1 0 0,-1-2 0,-1 16 0,0 0 0,-2-2 0,0-1-322,1-3 1,-2-1-1,1-1 1,0-2 321,1-4 0,0-1 0,0-1 0,1-1 0,0-1 0,0-1 0,1 0 0,0-1 0,-1 22 0,1-1 0,1-1-225,0-3 1,1-1-1,0-1 225,0-4 0,1-1 0,0-3 503,1-10 0,0-3 0,0-2-503,0 19 0,2-5 1052,-1-15 1,0-5-1053,0 34 1538,0-26-1538,0-22 914,0-19-914,0-11 0,0-10 0,0-4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21:10:58.472"/>
    </inkml:context>
    <inkml:brush xml:id="br0">
      <inkml:brushProperty name="width" value="0.2" units="cm"/>
      <inkml:brushProperty name="height" value="0.2" units="cm"/>
      <inkml:brushProperty name="color" value="#F3DD00"/>
    </inkml:brush>
  </inkml:definitions>
  <inkml:trace contextRef="#ctx0" brushRef="#br0">1 10 24575,'86'0'0,"1"0"0,0 0 0,-1 0 0,1 0 0,-3 0 0,5 0 0,4 0 0,4 0 0,4 0 0,3 0 0,3 0 0,3 0 0,3 0-205,-27 0 0,3 0 0,3 0 0,2 0 1,2 0-1,2 0 0,2 0 0,0 0 0,2 0 1,1 0-1,1 0 0,0 0 0,0 0 0,0 0 1,0 0-1,0 0 32,-10 0 1,1 0-1,1 0 1,-1 0-1,1 0 1,1 0-1,0 0 1,0 0-1,1 0 1,0 0-1,1 0 1,0 0 0,1 0-1,1 0 1,0 0-1,1 0 1,1 0-1,0 0 1,1 0 35,-10 0 0,0 0 1,1 0-1,1 0 1,0 0-1,1 0 1,1 0-1,0 0 1,1 0-1,0 0 1,0 0-1,1 0 1,0 0-1,0 0 1,1 0-1,0 0 1,-1 0-1,1 0 0,0 0 1,0 0-1,0 0 1,-1 0-1,0 0 1,1 0 4,-3 0 1,1 0 0,-1 0 0,1 0 0,0 0 0,0 0 0,1 0 0,-1 0 0,1 0 0,-1 0 0,1 0 0,0 0 0,-1 0 0,1 0-1,0 0 1,0 0 0,0 0 0,0 0 0,0 0 0,-1 0 0,1 0 0,0 0 0,0 0 0,0 0 0,-1 0 81,1 0 0,0 0 0,-1 0 0,1 0 0,0 0 0,0 0 1,0 0-1,0 0 0,0 0 0,0 0 0,0 0 0,0 0 0,0 0 1,-1 0-1,1 0 0,0 0 0,0 0 0,-1 0 0,1 0 0,0 0 1,-1 0-1,0 0 0,1 0 0,-1 0 0,0 0 50,-1 0 0,0 0 0,0 0 0,1 0 0,0 0 0,0 0 0,0 0 0,0 0 0,1 0 0,-1 0 0,-1 0 0,1 0 0,0 0 0,-1 0 0,-1 0 0,1 0 0,-2 0 0,0 0 0,0 0 0,-1 0 0,-1 0 0,-1 0 0,0 0 0,-2 0 0,0 0-107,11 0 0,0-1 0,-1 1 1,0 0-1,-1-1 0,0 1 0,-2 0 1,0-1-1,0 1 0,-2-1 0,0 1 1,-2 0-1,0-1 0,-1 1 0,-1 0 1,-1-1-1,-2 1 0,0 0 0,-1-1 107,17 1 0,-1 0 0,0-1 0,-2 1 0,-2 0 0,-1-1 0,-1 1 0,-2 0 0,-2 0 0,-1 0 0,-3 0 0,-2 0 0,-2 0 126,20 0 0,-4 0 1,-3 0-1,-2 0 1,-4 1-1,-2-1 1,-3 1-1,-2 1-126,21-1 0,-4 2 0,-5-1 0,-5 2 0,-7 0 825,10 4 1,-9 0 0,-7 1-826,10 0 0,-11 1 3276,15 2-2795,-49-7 2795,-23-1-935,-13 3 935,-4-1-3173,-7-1 40,-5-2-143,-16-2 0,-37-2 0,-20-2 0,11 0 0,-7 1 0,-10 0-547,10 0 1,-7 1 0,-6-1 0,-6 1 0,-5 0 0,-3 0 218,16 0 0,-4 0 0,-3 0 1,-3 1-1,-3-1 0,-3 0 1,-1 1-1,-2-1 0,-1 1 1,-1-1 108,22 1 1,-2 0-1,-1-1 1,-1 1-1,0 0 1,-3 0-1,0 0 1,-1 0-1,-1 0 1,-1 0 0,0 0-1,-2-1 1,-1 1-1,0 0 1,-1 0 141,9 0 1,-2 0 0,0 0-1,-2 0 1,-1 0 0,0 0 0,-1 0-1,-1-1 1,-1 1 0,0 0 0,0 0-1,-1 0 1,0 0 0,0 0-1,0 0 1,0 0 0,0 1 0,0-1-1,1 0-76,0 1 1,0-1 0,0 1-1,0-1 1,-1 1 0,0-1-1,-1 1 1,1-1 0,-1 1-1,0 0 1,0 0 0,1-1-1,-1 1 1,1 0 0,-1 0-1,1 0 1,0 0 0,1 1-1,0-1 1,1 0 152,-3 1 0,1-1 0,0 0 0,0 1 0,1-1 0,-1 1 0,1-1 0,-1 1 0,1 0 0,0 0 0,1 0 0,-1 0 0,1 0 0,0 0 0,1 0 0,-1 0 0,1 1 0,1 0 0,-1-1-120,-5 1 0,0 0 0,0 1 0,1-1 0,-1 0 0,1 1 1,0 0-1,0-1 0,1 1 0,0 0 0,1 0 0,0 0 1,1 1-1,1-1 0,0 1 0,1-1 0,1 1 120,-8 1 0,0 0 0,0-1 0,1 2 0,1-1 0,1 0 0,0 1 0,2-1 0,-1 1 0,2 0 0,1 0 0,0 0 0,2-1 0,0 1 0,-3 0 0,1 0 0,1 1 0,2-1 0,0 0 0,0 1 0,2-1 0,1 1 0,0-1 0,1 1 0,1-1 0,0 1 0,-6 0 0,0 0 0,1 0 0,1 0 0,1 0 0,1 0 0,1 1 0,2-1 0,1-1 0,2 1 130,-19 2 1,3-1-1,2 0 1,2 0 0,1 0-1,3 0 1,0-1-131,-1 0 0,2 0 0,2 0 0,2-1 0,1 1 0,1-1 348,-4 2 0,1-1 1,3 1-1,1-1 0,1-1-348,-8 1 0,1 0 0,3-1 0,0-1 677,7-1 1,1 0 0,0-1 0,2-1-678,-22 1 0,2 0 0,0-2 0,5-1 0,1-2 0,1 2 0,0 0 0,1 0 0,0 1 0,-1 1 0,0 0 0,1 2 0,2-1 0,1 2 0,0 0 0,-1 0 0,-1 1 0,1 0 1092,3 0 0,0-1 0,3 0-759,6-1 1,2 1-1,1-2-333,-29 2 0,3-2 1501,17-1 1,4-1-1502,11 0 0,4-1 1853,-28-1-1853,33-1 1262,23-2-1262,18-2 606,10-2-606,5 1 0,1 0 0,0 1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EEF4B-D359-B946-ABB4-209C5A6400C5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DE109-E8EB-1C4C-8417-0103DCA4DB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58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DE109-E8EB-1C4C-8417-0103DCA4DB3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76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413E1A"/>
          </a:fgClr>
          <a:bgClr>
            <a:srgbClr val="10101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199208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customXml" Target="../ink/ink2.xml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microsoft.com/office/2007/relationships/hdphoto" Target="../media/hdphoto6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1.xml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openxmlformats.org/officeDocument/2006/relationships/image" Target="../media/image5.png"/><Relationship Id="rId19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microsoft.com/office/2007/relationships/hdphoto" Target="../media/hdphoto5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7.wdp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8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6.xml"/><Relationship Id="rId3" Type="http://schemas.openxmlformats.org/officeDocument/2006/relationships/image" Target="../media/image1.png"/><Relationship Id="rId7" Type="http://schemas.openxmlformats.org/officeDocument/2006/relationships/customXml" Target="../ink/ink3.xml"/><Relationship Id="rId12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0.wdp"/><Relationship Id="rId11" Type="http://schemas.openxmlformats.org/officeDocument/2006/relationships/customXml" Target="../ink/ink5.xml"/><Relationship Id="rId5" Type="http://schemas.openxmlformats.org/officeDocument/2006/relationships/image" Target="../media/image2.png"/><Relationship Id="rId10" Type="http://schemas.openxmlformats.org/officeDocument/2006/relationships/image" Target="../media/image16.png"/><Relationship Id="rId4" Type="http://schemas.microsoft.com/office/2007/relationships/hdphoto" Target="../media/hdphoto9.wdp"/><Relationship Id="rId9" Type="http://schemas.openxmlformats.org/officeDocument/2006/relationships/customXml" Target="../ink/ink4.xml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11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5" Type="http://schemas.microsoft.com/office/2007/relationships/hdphoto" Target="../media/hdphoto12.wdp"/><Relationship Id="rId10" Type="http://schemas.microsoft.com/office/2007/relationships/diagramDrawing" Target="../diagrams/drawing1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microsoft.com/office/2007/relationships/hdphoto" Target="../media/hdphoto13.wdp"/><Relationship Id="rId7" Type="http://schemas.openxmlformats.org/officeDocument/2006/relationships/diagramLayout" Target="../diagrams/layou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5" Type="http://schemas.microsoft.com/office/2007/relationships/hdphoto" Target="../media/hdphoto14.wdp"/><Relationship Id="rId10" Type="http://schemas.microsoft.com/office/2007/relationships/diagramDrawing" Target="../diagrams/drawing2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microsoft.com/office/2007/relationships/hdphoto" Target="../media/hdphoto13.wdp"/><Relationship Id="rId7" Type="http://schemas.openxmlformats.org/officeDocument/2006/relationships/diagramLayout" Target="../diagrams/layou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3.xml"/><Relationship Id="rId5" Type="http://schemas.microsoft.com/office/2007/relationships/hdphoto" Target="../media/hdphoto14.wdp"/><Relationship Id="rId10" Type="http://schemas.microsoft.com/office/2007/relationships/diagramDrawing" Target="../diagrams/drawing3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4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microsoft.com/office/2007/relationships/hdphoto" Target="../media/hdphoto14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microsoft.com/office/2007/relationships/hdphoto" Target="../media/hdphoto13.wdp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4.wdp"/><Relationship Id="rId11" Type="http://schemas.openxmlformats.org/officeDocument/2006/relationships/image" Target="../media/image28.png"/><Relationship Id="rId5" Type="http://schemas.openxmlformats.org/officeDocument/2006/relationships/image" Target="../media/image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5.wdp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39.svg"/><Relationship Id="rId4" Type="http://schemas.microsoft.com/office/2007/relationships/hdphoto" Target="../media/hdphoto7.wdp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slideLayout" Target="../slideLayouts/slideLayout1.xml"/><Relationship Id="rId7" Type="http://schemas.microsoft.com/office/2007/relationships/hdphoto" Target="../media/hdphoto10.wdp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microsoft.com/office/2007/relationships/hdphoto" Target="../media/hdphoto16.wdp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7.wdp"/><Relationship Id="rId7" Type="http://schemas.microsoft.com/office/2007/relationships/hdphoto" Target="../media/hdphoto19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4.png"/><Relationship Id="rId5" Type="http://schemas.microsoft.com/office/2007/relationships/hdphoto" Target="../media/hdphoto18.wdp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0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6" y="6165304"/>
            <a:ext cx="827584" cy="5566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8676A02-2E2B-6222-A1EF-164B5D53B5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648" b="99834" l="8047" r="99340">
                        <a14:foregroundMark x1="43799" y1="8638" x2="33377" y2="7475"/>
                        <a14:foregroundMark x1="33377" y1="7475" x2="31794" y2="5648"/>
                        <a14:foregroundMark x1="29024" y1="4153" x2="10686" y2="19435"/>
                        <a14:foregroundMark x1="10686" y1="19435" x2="8707" y2="32226"/>
                        <a14:foregroundMark x1="8707" y1="32226" x2="19129" y2="35050"/>
                        <a14:foregroundMark x1="19129" y1="35050" x2="26385" y2="32558"/>
                        <a14:foregroundMark x1="9235" y1="45681" x2="20053" y2="44352"/>
                        <a14:foregroundMark x1="20053" y1="44352" x2="12005" y2="49169"/>
                        <a14:foregroundMark x1="48021" y1="89203" x2="41425" y2="99003"/>
                        <a14:foregroundMark x1="41425" y1="99003" x2="52111" y2="98339"/>
                        <a14:foregroundMark x1="52111" y1="98339" x2="44591" y2="90199"/>
                        <a14:foregroundMark x1="44591" y1="90199" x2="44591" y2="90199"/>
                        <a14:foregroundMark x1="66623" y1="89701" x2="65567" y2="89701"/>
                        <a14:foregroundMark x1="87599" y1="62292" x2="92612" y2="74419"/>
                        <a14:foregroundMark x1="92612" y1="74419" x2="92612" y2="72591"/>
                        <a14:foregroundMark x1="95778" y1="64784" x2="99604" y2="76910"/>
                        <a14:foregroundMark x1="99604" y1="76910" x2="99604" y2="76910"/>
                        <a14:foregroundMark x1="48417" y1="97010" x2="37731" y2="99502"/>
                        <a14:foregroundMark x1="37731" y1="99502" x2="43008" y2="96013"/>
                        <a14:foregroundMark x1="70580" y1="97010" x2="73615" y2="99834"/>
                        <a14:foregroundMark x1="73615" y1="99003" x2="73615" y2="99003"/>
                        <a14:foregroundMark x1="9235" y1="38372" x2="8575" y2="34551"/>
                        <a14:foregroundMark x1="14776" y1="42359" x2="24802" y2="355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077072"/>
            <a:ext cx="3389639" cy="269203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3B888B0-3E2A-96A4-9A80-4F37FBE2BA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654" b="88462" l="422" r="89662">
                        <a14:foregroundMark x1="88397" y1="61538" x2="3797" y2="64423"/>
                        <a14:foregroundMark x1="3797" y1="64423" x2="3586" y2="61538"/>
                        <a14:foregroundMark x1="37553" y1="27885" x2="5274" y2="27885"/>
                        <a14:foregroundMark x1="422" y1="25000" x2="16667" y2="16346"/>
                        <a14:foregroundMark x1="16667" y1="16346" x2="41350" y2="25000"/>
                        <a14:foregroundMark x1="34177" y1="20192" x2="31646" y2="19231"/>
                        <a14:foregroundMark x1="5274" y1="19231" x2="3797" y2="288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01" y="303560"/>
            <a:ext cx="3203121" cy="702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A6B4A1-C039-EB1B-B79A-AC489ED532EB}"/>
              </a:ext>
            </a:extLst>
          </p:cNvPr>
          <p:cNvSpPr txBox="1"/>
          <p:nvPr/>
        </p:nvSpPr>
        <p:spPr>
          <a:xfrm>
            <a:off x="571629" y="928488"/>
            <a:ext cx="313327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2000" b="1">
                <a:solidFill>
                  <a:schemeClr val="bg1"/>
                </a:solidFill>
              </a:rPr>
              <a:t>AI </a:t>
            </a:r>
            <a:r>
              <a:rPr lang="ru-RU" sz="2000" b="1" err="1">
                <a:solidFill>
                  <a:schemeClr val="bg1"/>
                </a:solidFill>
              </a:rPr>
              <a:t>for</a:t>
            </a:r>
            <a:r>
              <a:rPr lang="ru-RU" sz="2000" b="1">
                <a:solidFill>
                  <a:schemeClr val="bg1"/>
                </a:solidFill>
              </a:rPr>
              <a:t> Finance </a:t>
            </a:r>
            <a:r>
              <a:rPr lang="ru-RU" sz="2000" b="1" err="1">
                <a:solidFill>
                  <a:schemeClr val="bg1"/>
                </a:solidFill>
              </a:rPr>
              <a:t>Hack</a:t>
            </a:r>
            <a:r>
              <a:rPr lang="ru-RU" sz="2000" b="1">
                <a:solidFill>
                  <a:schemeClr val="bg1"/>
                </a:solidFill>
              </a:rPr>
              <a:t> 2025</a:t>
            </a:r>
            <a:endParaRPr lang="ru-RU" sz="2000" b="1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724ACA7-6BF0-1356-8AAB-4193D3274B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141357"/>
            <a:ext cx="2565558" cy="38483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CDE784C7-51AE-4DA1-B8B1-3BA8A09F65F2}"/>
                  </a:ext>
                </a:extLst>
              </p14:cNvPr>
              <p14:cNvContentPartPr/>
              <p14:nvPr/>
            </p14:nvContentPartPr>
            <p14:xfrm>
              <a:off x="5743689" y="1613215"/>
              <a:ext cx="2627280" cy="236196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CDE784C7-51AE-4DA1-B8B1-3BA8A09F65F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07689" y="1397215"/>
                <a:ext cx="2698920" cy="27936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45F9C64-23CB-E8F9-64D1-019DE320592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938" b="90000" l="6105" r="93605">
                        <a14:foregroundMark x1="6977" y1="25938" x2="6105" y2="44688"/>
                        <a14:foregroundMark x1="34012" y1="10000" x2="64244" y2="13438"/>
                        <a14:foregroundMark x1="88081" y1="33438" x2="88663" y2="50938"/>
                        <a14:foregroundMark x1="93023" y1="47500" x2="93895" y2="41875"/>
                        <a14:foregroundMark x1="50581" y1="5938" x2="55814" y2="7187"/>
                      </a14:backgroundRemoval>
                    </a14:imgEffect>
                    <a14:imgEffect>
                      <a14:colorTemperature colorTemp="561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560" y="3707801"/>
            <a:ext cx="793932" cy="738542"/>
          </a:xfrm>
          <a:prstGeom prst="rect">
            <a:avLst/>
          </a:prstGeom>
        </p:spPr>
      </p:pic>
      <p:sp>
        <p:nvSpPr>
          <p:cNvPr id="21" name="Google Shape;54;p13">
            <a:extLst>
              <a:ext uri="{FF2B5EF4-FFF2-40B4-BE49-F238E27FC236}">
                <a16:creationId xmlns:a16="http://schemas.microsoft.com/office/drawing/2014/main" id="{C51DDD3C-8E4B-64F9-3B78-C1C73CC180FC}"/>
              </a:ext>
            </a:extLst>
          </p:cNvPr>
          <p:cNvSpPr txBox="1"/>
          <p:nvPr/>
        </p:nvSpPr>
        <p:spPr>
          <a:xfrm>
            <a:off x="779004" y="4111883"/>
            <a:ext cx="3074244" cy="1723518"/>
          </a:xfrm>
          <a:noFill/>
          <a:ln w="28575">
            <a:solidFill>
              <a:srgbClr val="F3DD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0" i="0" u="none" strike="noStrike" cap="none">
                <a:solidFill>
                  <a:srgbClr val="F3DD00"/>
                </a:solidFill>
                <a:ea typeface="Arial"/>
                <a:cs typeface="Arial"/>
                <a:sym typeface="Arial"/>
              </a:rPr>
              <a:t>Команда </a:t>
            </a:r>
            <a:r>
              <a:rPr lang="ru-RU" sz="2500" b="1" i="0" u="none" strike="noStrike" cap="none" err="1">
                <a:solidFill>
                  <a:srgbClr val="F3DD00"/>
                </a:solidFill>
                <a:ea typeface="Arial"/>
                <a:cs typeface="Arial"/>
                <a:sym typeface="Arial"/>
              </a:rPr>
              <a:t>JaJaBinx</a:t>
            </a:r>
            <a:r>
              <a:rPr lang="ru-RU" sz="2500" b="0" i="0" u="none" strike="noStrike" cap="none">
                <a:solidFill>
                  <a:srgbClr val="F3DD00"/>
                </a:solidFill>
                <a:ea typeface="Arial"/>
                <a:cs typeface="Arial"/>
                <a:sym typeface="Arial"/>
              </a:rPr>
              <a:t>: </a:t>
            </a:r>
            <a:br>
              <a:rPr lang="ru-RU" sz="2500" b="0" i="0" u="none" strike="noStrike" cap="none">
                <a:solidFill>
                  <a:srgbClr val="F3DD00"/>
                </a:solidFill>
                <a:ea typeface="Arial"/>
                <a:cs typeface="Arial"/>
                <a:sym typeface="Arial"/>
              </a:rPr>
            </a:br>
            <a:r>
              <a:rPr lang="ru-RU" sz="2500" b="0" i="0" u="none" strike="noStrike" cap="none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Мокин</a:t>
            </a:r>
            <a:r>
              <a:rPr lang="ru-RU" sz="25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 Арсений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Родионов Иван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Ивлева Юлия</a:t>
            </a:r>
            <a:endParaRPr sz="2500" b="0" i="0" u="none" strike="noStrike" cap="none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1FD5CCA-A53F-C86F-FAB8-E3C46ECCC4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505" y="5099916"/>
            <a:ext cx="1104900" cy="11049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A77E09A-7A76-CDA4-72E4-FF9F0FBF0A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08" y="1556792"/>
            <a:ext cx="1549857" cy="1549857"/>
          </a:xfrm>
          <a:prstGeom prst="rect">
            <a:avLst/>
          </a:prstGeom>
        </p:spPr>
      </p:pic>
      <p:sp>
        <p:nvSpPr>
          <p:cNvPr id="3" name="Заголовок 6">
            <a:extLst>
              <a:ext uri="{FF2B5EF4-FFF2-40B4-BE49-F238E27FC236}">
                <a16:creationId xmlns:a16="http://schemas.microsoft.com/office/drawing/2014/main" id="{B38ACDB9-04BD-E6EC-CC9C-59EA5110DB91}"/>
              </a:ext>
            </a:extLst>
          </p:cNvPr>
          <p:cNvSpPr txBox="1">
            <a:spLocks/>
          </p:cNvSpPr>
          <p:nvPr/>
        </p:nvSpPr>
        <p:spPr>
          <a:xfrm>
            <a:off x="277338" y="3197623"/>
            <a:ext cx="3382617" cy="591417"/>
          </a:xfrm>
          <a:prstGeom prst="rect">
            <a:avLst/>
          </a:prstGeom>
          <a:gradFill flip="none" rotWithShape="1">
            <a:gsLst>
              <a:gs pos="35000">
                <a:srgbClr val="413E1A">
                  <a:alpha val="73560"/>
                </a:srgbClr>
              </a:gs>
              <a:gs pos="88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  <a:lin ang="5400000" scaled="1"/>
            <a:tileRect/>
          </a:gradFill>
          <a:effectLst>
            <a:softEdge rad="104731"/>
          </a:effectLst>
        </p:spPr>
        <p:txBody>
          <a:bodyPr/>
          <a:lstStyle>
            <a:lvl1pPr algn="ctr">
              <a:defRPr sz="4400" kern="1200">
                <a:solidFill>
                  <a:schemeClr val="lt1"/>
                </a:solidFill>
              </a:defRPr>
            </a:lvl1pPr>
            <a:extLst/>
          </a:lstStyle>
          <a:p>
            <a:r>
              <a:rPr lang="en-US" sz="3500" b="1">
                <a:solidFill>
                  <a:srgbClr val="F3DD00"/>
                </a:solidFill>
                <a:sym typeface="Oswald"/>
              </a:rPr>
              <a:t>idea</a:t>
            </a:r>
            <a:r>
              <a:rPr lang="ru-RU" sz="3500" b="1">
                <a:solidFill>
                  <a:srgbClr val="F3DD00"/>
                </a:solidFill>
                <a:sym typeface="Oswald"/>
              </a:rPr>
              <a:t>-</a:t>
            </a:r>
            <a:r>
              <a:rPr lang="en-US" sz="3500" b="1" err="1">
                <a:solidFill>
                  <a:srgbClr val="F3DD00"/>
                </a:solidFill>
                <a:sym typeface="Oswald"/>
              </a:rPr>
              <a:t>msk.space</a:t>
            </a:r>
            <a:endParaRPr lang="ru-RU" sz="3500" b="1">
              <a:solidFill>
                <a:srgbClr val="F3DD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2D3620D9-DC2B-55D0-5CA3-DD6C8A68CFE1}"/>
                  </a:ext>
                </a:extLst>
              </p14:cNvPr>
              <p14:cNvContentPartPr/>
              <p14:nvPr/>
            </p14:nvContentPartPr>
            <p14:xfrm>
              <a:off x="657764" y="4291641"/>
              <a:ext cx="32620" cy="1023868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2D3620D9-DC2B-55D0-5CA3-DD6C8A68CF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4579" y="4183676"/>
                <a:ext cx="138635" cy="12394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3789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589240"/>
            <a:ext cx="1435100" cy="9652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B03B7E1A-9398-C020-F154-FE10E3C8C357}"/>
              </a:ext>
            </a:extLst>
          </p:cNvPr>
          <p:cNvSpPr/>
          <p:nvPr/>
        </p:nvSpPr>
        <p:spPr>
          <a:xfrm>
            <a:off x="287524" y="1124744"/>
            <a:ext cx="8568952" cy="4608512"/>
          </a:xfrm>
          <a:prstGeom prst="roundRect">
            <a:avLst/>
          </a:prstGeom>
          <a:solidFill>
            <a:srgbClr val="F3DD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>
                <a:solidFill>
                  <a:srgbClr val="000000"/>
                </a:solidFill>
                <a:effectLst/>
              </a:rPr>
              <a:t>…Венчурные аналитики и инвестиционные ассистенты </a:t>
            </a:r>
            <a:br>
              <a:rPr lang="ru-RU" sz="2200">
                <a:solidFill>
                  <a:srgbClr val="000000"/>
                </a:solidFill>
                <a:effectLst/>
              </a:rPr>
            </a:br>
            <a:r>
              <a:rPr lang="ru-RU" sz="2200" b="1">
                <a:solidFill>
                  <a:srgbClr val="000000"/>
                </a:solidFill>
                <a:effectLst/>
              </a:rPr>
              <a:t>перегружены потоком питч-деков</a:t>
            </a:r>
            <a:r>
              <a:rPr lang="ru-RU" sz="2200">
                <a:solidFill>
                  <a:srgbClr val="000000"/>
                </a:solidFill>
                <a:effectLst/>
              </a:rPr>
              <a:t>.  </a:t>
            </a:r>
          </a:p>
          <a:p>
            <a:endParaRPr lang="ru-RU" sz="2200">
              <a:solidFill>
                <a:srgbClr val="000000"/>
              </a:solidFill>
              <a:effectLst/>
            </a:endParaRPr>
          </a:p>
          <a:p>
            <a:r>
              <a:rPr lang="en-US" sz="2200">
                <a:solidFill>
                  <a:srgbClr val="000000"/>
                </a:solidFill>
                <a:effectLst/>
              </a:rPr>
              <a:t>* </a:t>
            </a:r>
            <a:r>
              <a:rPr lang="ru-RU" sz="2200">
                <a:solidFill>
                  <a:srgbClr val="000000"/>
                </a:solidFill>
                <a:effectLst/>
              </a:rPr>
              <a:t>На экспресс-анализ одного стартапа уходит 30–60 минут, </a:t>
            </a:r>
            <a:br>
              <a:rPr lang="ru-RU" sz="2200">
                <a:solidFill>
                  <a:srgbClr val="000000"/>
                </a:solidFill>
                <a:effectLst/>
              </a:rPr>
            </a:br>
            <a:r>
              <a:rPr lang="ru-RU" sz="2200" b="1">
                <a:solidFill>
                  <a:srgbClr val="000000"/>
                </a:solidFill>
                <a:effectLst/>
              </a:rPr>
              <a:t>данные разнородны, сравнивать компании сложно</a:t>
            </a:r>
            <a:r>
              <a:rPr lang="ru-RU" sz="2200">
                <a:solidFill>
                  <a:srgbClr val="000000"/>
                </a:solidFill>
                <a:effectLst/>
              </a:rPr>
              <a:t>.  </a:t>
            </a:r>
          </a:p>
          <a:p>
            <a:endParaRPr lang="en-US" sz="2200">
              <a:solidFill>
                <a:srgbClr val="000000"/>
              </a:solidFill>
              <a:effectLst/>
            </a:endParaRPr>
          </a:p>
          <a:p>
            <a:endParaRPr lang="ru-RU" sz="2200">
              <a:solidFill>
                <a:srgbClr val="000000"/>
              </a:solidFill>
              <a:effectLst/>
            </a:endParaRPr>
          </a:p>
          <a:p>
            <a:endParaRPr lang="en-US" sz="2200">
              <a:solidFill>
                <a:srgbClr val="000000"/>
              </a:solidFill>
              <a:effectLst/>
            </a:endParaRPr>
          </a:p>
          <a:p>
            <a:endParaRPr lang="en-US" sz="2200">
              <a:solidFill>
                <a:srgbClr val="000000"/>
              </a:solidFill>
            </a:endParaRPr>
          </a:p>
          <a:p>
            <a:endParaRPr lang="ru-RU" sz="2200">
              <a:solidFill>
                <a:srgbClr val="000000"/>
              </a:solidFill>
              <a:effectLst/>
            </a:endParaRPr>
          </a:p>
          <a:p>
            <a:pPr algn="ctr"/>
            <a:r>
              <a:rPr lang="ru-RU" sz="2200" b="1">
                <a:solidFill>
                  <a:srgbClr val="000000"/>
                </a:solidFill>
                <a:effectLst/>
              </a:rPr>
              <a:t>Из-за этого снижается пропускная способность и возрастает риск пропустить перспективную компанию.</a:t>
            </a:r>
          </a:p>
          <a:p>
            <a:pPr algn="ctr"/>
            <a:endParaRPr lang="ru-RU" sz="2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93F07-8545-ACB9-B695-E7EFA820D967}"/>
              </a:ext>
            </a:extLst>
          </p:cNvPr>
          <p:cNvSpPr txBox="1"/>
          <p:nvPr/>
        </p:nvSpPr>
        <p:spPr>
          <a:xfrm>
            <a:off x="512375" y="303560"/>
            <a:ext cx="38974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>
                <a:solidFill>
                  <a:srgbClr val="FFFF00"/>
                </a:solidFill>
              </a:rPr>
              <a:t>ПРОБЛЕМАТИКА</a:t>
            </a:r>
          </a:p>
        </p:txBody>
      </p:sp>
      <p:pic>
        <p:nvPicPr>
          <p:cNvPr id="7" name="Рисунок 6" descr="Плачущее лицо (со сплошной заливкой)">
            <a:extLst>
              <a:ext uri="{FF2B5EF4-FFF2-40B4-BE49-F238E27FC236}">
                <a16:creationId xmlns:a16="http://schemas.microsoft.com/office/drawing/2014/main" id="{CEEDB05A-516A-21F7-AD45-997BF2FB5F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98068" y="1340768"/>
            <a:ext cx="914400" cy="9144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4B3F75-E8B2-D479-A56E-82366A4F38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896" y="3140968"/>
            <a:ext cx="2158207" cy="121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34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3855A8-65C5-A2CD-F4B8-5D616C3C3E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2" b="8232"/>
          <a:stretch/>
        </p:blipFill>
        <p:spPr>
          <a:xfrm>
            <a:off x="-34765" y="3909048"/>
            <a:ext cx="2734558" cy="282993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3F26F2-3C96-7C85-FF9E-82348E6D0BC6}"/>
              </a:ext>
            </a:extLst>
          </p:cNvPr>
          <p:cNvSpPr txBox="1"/>
          <p:nvPr/>
        </p:nvSpPr>
        <p:spPr>
          <a:xfrm>
            <a:off x="512375" y="303560"/>
            <a:ext cx="2326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>
                <a:solidFill>
                  <a:srgbClr val="FFFF00"/>
                </a:solidFill>
              </a:rPr>
              <a:t>РЕШЕНИЕ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1883E-2617-81DD-95AC-D12F6AE05F4A}"/>
              </a:ext>
            </a:extLst>
          </p:cNvPr>
          <p:cNvSpPr txBox="1"/>
          <p:nvPr/>
        </p:nvSpPr>
        <p:spPr>
          <a:xfrm>
            <a:off x="1268760" y="1642948"/>
            <a:ext cx="6606480" cy="29392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" sz="4500" b="1" u="sng" dirty="0">
                <a:solidFill>
                  <a:srgbClr val="F3DD00"/>
                </a:solidFill>
                <a:effectLst/>
              </a:rPr>
              <a:t>IDEA</a:t>
            </a:r>
            <a:r>
              <a:rPr lang="en" sz="3000" b="1" dirty="0">
                <a:solidFill>
                  <a:schemeClr val="bg1"/>
                </a:solidFill>
                <a:effectLst/>
              </a:rPr>
              <a:t> </a:t>
            </a:r>
            <a:endParaRPr lang="en" sz="3000" b="1" dirty="0">
              <a:solidFill>
                <a:schemeClr val="bg1"/>
              </a:solidFill>
            </a:endParaRPr>
          </a:p>
          <a:p>
            <a:endParaRPr lang="en" sz="2000" b="1">
              <a:solidFill>
                <a:schemeClr val="bg1"/>
              </a:solidFill>
              <a:effectLst/>
            </a:endParaRPr>
          </a:p>
          <a:p>
            <a:pPr algn="ctr"/>
            <a:r>
              <a:rPr lang="en" sz="3000" dirty="0" err="1">
                <a:solidFill>
                  <a:schemeClr val="bg1"/>
                </a:solidFill>
                <a:ea typeface="+mn-lt"/>
                <a:cs typeface="+mn-lt"/>
              </a:rPr>
              <a:t>Мультиагентная</a:t>
            </a:r>
            <a:r>
              <a:rPr lang="en" sz="3000" dirty="0">
                <a:solidFill>
                  <a:schemeClr val="bg1"/>
                </a:solidFill>
              </a:rPr>
              <a:t> AI-</a:t>
            </a:r>
            <a:r>
              <a:rPr lang="en" sz="3000" dirty="0" err="1">
                <a:solidFill>
                  <a:schemeClr val="bg1"/>
                </a:solidFill>
              </a:rPr>
              <a:t>система</a:t>
            </a:r>
            <a:r>
              <a:rPr lang="ru-RU" sz="3000" dirty="0">
                <a:solidFill>
                  <a:schemeClr val="bg1"/>
                </a:solidFill>
                <a:effectLst/>
              </a:rPr>
              <a:t>, </a:t>
            </a:r>
            <a:r>
              <a:rPr lang="ru-RU" sz="3000" dirty="0">
                <a:solidFill>
                  <a:schemeClr val="bg1"/>
                </a:solidFill>
              </a:rPr>
              <a:t>которая</a:t>
            </a:r>
            <a:r>
              <a:rPr lang="ru-RU" sz="3000" dirty="0">
                <a:solidFill>
                  <a:schemeClr val="bg1"/>
                </a:solidFill>
                <a:effectLst/>
              </a:rPr>
              <a:t> за 1–2 минуты анализирует </a:t>
            </a:r>
            <a:r>
              <a:rPr lang="en" sz="3000" dirty="0">
                <a:solidFill>
                  <a:schemeClr val="bg1"/>
                </a:solidFill>
                <a:effectLst/>
              </a:rPr>
              <a:t>PDF/PPTX </a:t>
            </a:r>
            <a:r>
              <a:rPr lang="ru-RU" sz="3000" dirty="0">
                <a:solidFill>
                  <a:schemeClr val="bg1"/>
                </a:solidFill>
                <a:effectLst/>
              </a:rPr>
              <a:t>питч-дек, структурирует данные, ищет аналоги и формирует отчёт</a:t>
            </a:r>
            <a:endParaRPr lang="ru-RU" sz="3000" dirty="0">
              <a:solidFill>
                <a:schemeClr val="bg1"/>
              </a:solidFill>
              <a:effectLst/>
              <a:ea typeface="Calibri"/>
              <a:cs typeface="Calibr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75240" y="5845906"/>
            <a:ext cx="1327859" cy="8930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61D7C725-5F64-E17C-0400-8AAE0FECD7BF}"/>
                  </a:ext>
                </a:extLst>
              </p14:cNvPr>
              <p14:cNvContentPartPr/>
              <p14:nvPr/>
            </p14:nvContentPartPr>
            <p14:xfrm>
              <a:off x="1052169" y="1298215"/>
              <a:ext cx="129960" cy="4434480"/>
            </p14:xfrm>
          </p:contentPart>
        </mc:Choice>
        <mc:Fallback xmlns=""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61D7C725-5F64-E17C-0400-8AAE0FECD7B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6169" y="1262215"/>
                <a:ext cx="201600" cy="450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34BC074B-5CFE-2549-3170-AE222D4DE4A6}"/>
                  </a:ext>
                </a:extLst>
              </p14:cNvPr>
              <p14:cNvContentPartPr/>
              <p14:nvPr/>
            </p14:nvContentPartPr>
            <p14:xfrm>
              <a:off x="1241169" y="1264375"/>
              <a:ext cx="6295680" cy="28584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34BC074B-5CFE-2549-3170-AE222D4DE4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05169" y="1228375"/>
                <a:ext cx="636732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E05E7933-9C9B-1D4D-96EE-F90D886CAE42}"/>
              </a:ext>
            </a:extLst>
          </p:cNvPr>
          <p:cNvGrpSpPr/>
          <p:nvPr/>
        </p:nvGrpSpPr>
        <p:grpSpPr>
          <a:xfrm>
            <a:off x="1228929" y="1188055"/>
            <a:ext cx="7020720" cy="5281200"/>
            <a:chOff x="1228929" y="1188055"/>
            <a:chExt cx="7020720" cy="528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Рукописный ввод 17">
                  <a:extLst>
                    <a:ext uri="{FF2B5EF4-FFF2-40B4-BE49-F238E27FC236}">
                      <a16:creationId xmlns:a16="http://schemas.microsoft.com/office/drawing/2014/main" id="{145B6EF1-F3C8-B7E8-A014-8E1C28D54E91}"/>
                    </a:ext>
                  </a:extLst>
                </p14:cNvPr>
                <p14:cNvContentPartPr/>
                <p14:nvPr/>
              </p14:nvContentPartPr>
              <p14:xfrm>
                <a:off x="7914129" y="1188055"/>
                <a:ext cx="134640" cy="5281200"/>
              </p14:xfrm>
            </p:contentPart>
          </mc:Choice>
          <mc:Fallback xmlns="">
            <p:pic>
              <p:nvPicPr>
                <p:cNvPr id="18" name="Рукописный ввод 17">
                  <a:extLst>
                    <a:ext uri="{FF2B5EF4-FFF2-40B4-BE49-F238E27FC236}">
                      <a16:creationId xmlns:a16="http://schemas.microsoft.com/office/drawing/2014/main" id="{145B6EF1-F3C8-B7E8-A014-8E1C28D54E9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78129" y="1152055"/>
                  <a:ext cx="206280" cy="53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57D1B5F8-83D7-EAE0-5425-6E5332928867}"/>
                    </a:ext>
                  </a:extLst>
                </p14:cNvPr>
                <p14:cNvContentPartPr/>
                <p14:nvPr/>
              </p14:nvContentPartPr>
              <p14:xfrm>
                <a:off x="1228929" y="5124655"/>
                <a:ext cx="7020720" cy="275400"/>
              </p14:xfrm>
            </p:contentPart>
          </mc:Choice>
          <mc:Fallback xmlns=""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57D1B5F8-83D7-EAE0-5425-6E53329288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92929" y="5088655"/>
                  <a:ext cx="7092360" cy="34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5354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589240"/>
            <a:ext cx="14351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92FF88-ACCF-646A-AC8B-B4CFF6EA43F9}"/>
              </a:ext>
            </a:extLst>
          </p:cNvPr>
          <p:cNvSpPr txBox="1"/>
          <p:nvPr/>
        </p:nvSpPr>
        <p:spPr>
          <a:xfrm>
            <a:off x="512375" y="303560"/>
            <a:ext cx="5037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>
                <a:solidFill>
                  <a:srgbClr val="FFFF00"/>
                </a:solidFill>
              </a:rPr>
              <a:t>ЦЕЛЕВАЯ АУДИТОРИЯ</a:t>
            </a:r>
          </a:p>
        </p:txBody>
      </p:sp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5DBDAE31-95B0-B444-5ECC-9878C2D0FA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138515"/>
              </p:ext>
            </p:extLst>
          </p:nvPr>
        </p:nvGraphicFramePr>
        <p:xfrm>
          <a:off x="161510" y="1124744"/>
          <a:ext cx="8820980" cy="5616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32715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589240"/>
            <a:ext cx="1435100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D998D3-F210-81AB-53B6-6BD4FBD6B59A}"/>
              </a:ext>
            </a:extLst>
          </p:cNvPr>
          <p:cNvSpPr txBox="1"/>
          <p:nvPr/>
        </p:nvSpPr>
        <p:spPr>
          <a:xfrm>
            <a:off x="512375" y="303560"/>
            <a:ext cx="58453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>
                <a:solidFill>
                  <a:srgbClr val="FFFF00"/>
                </a:solidFill>
              </a:rPr>
              <a:t>ПРОДУКТОВЫЕ МЕТРИКИ</a:t>
            </a:r>
          </a:p>
        </p:txBody>
      </p:sp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EA0524E3-4C56-99C5-CC80-01F32C115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7956584"/>
              </p:ext>
            </p:extLst>
          </p:nvPr>
        </p:nvGraphicFramePr>
        <p:xfrm>
          <a:off x="512375" y="1340768"/>
          <a:ext cx="8092073" cy="370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676072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23" y="5732045"/>
            <a:ext cx="1435100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D998D3-F210-81AB-53B6-6BD4FBD6B59A}"/>
              </a:ext>
            </a:extLst>
          </p:cNvPr>
          <p:cNvSpPr txBox="1"/>
          <p:nvPr/>
        </p:nvSpPr>
        <p:spPr>
          <a:xfrm>
            <a:off x="512375" y="303560"/>
            <a:ext cx="56012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>
                <a:solidFill>
                  <a:srgbClr val="FFFF00"/>
                </a:solidFill>
              </a:rPr>
              <a:t>ТЕХНИЧЕСКИЕ МЕТРИКИ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A49CD2-9491-7166-4037-FCFA30F43A27}"/>
              </a:ext>
            </a:extLst>
          </p:cNvPr>
          <p:cNvSpPr txBox="1"/>
          <p:nvPr/>
        </p:nvSpPr>
        <p:spPr>
          <a:xfrm>
            <a:off x="6297927" y="4562510"/>
            <a:ext cx="2664296" cy="1754326"/>
          </a:xfrm>
          <a:prstGeom prst="rect">
            <a:avLst/>
          </a:prstGeom>
          <a:solidFill>
            <a:srgbClr val="201D10"/>
          </a:solidFill>
          <a:ln>
            <a:solidFill>
              <a:srgbClr val="F3DD00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ru-RU" b="1" dirty="0">
                <a:solidFill>
                  <a:srgbClr val="F3DD00"/>
                </a:solidFill>
              </a:rPr>
              <a:t>Мониторинг</a:t>
            </a:r>
            <a:br>
              <a:rPr lang="en" b="1" dirty="0"/>
            </a:br>
            <a:r>
              <a:rPr lang="ru-RU" b="1" dirty="0">
                <a:solidFill>
                  <a:srgbClr val="F3DD00"/>
                </a:solidFill>
              </a:rPr>
              <a:t>и</a:t>
            </a:r>
            <a:r>
              <a:rPr lang="en-US" b="1" dirty="0">
                <a:solidFill>
                  <a:srgbClr val="F3DD00"/>
                </a:solidFill>
              </a:rPr>
              <a:t> </a:t>
            </a:r>
            <a:r>
              <a:rPr lang="ru-RU" b="1" dirty="0">
                <a:solidFill>
                  <a:srgbClr val="F3DD00"/>
                </a:solidFill>
              </a:rPr>
              <a:t>трассировка</a:t>
            </a:r>
            <a:endParaRPr lang="en-US" b="1" dirty="0">
              <a:solidFill>
                <a:srgbClr val="F3DD00"/>
              </a:solidFill>
            </a:endParaRPr>
          </a:p>
          <a:p>
            <a:endParaRPr lang="ru-RU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Используется полный стек мониторинга продакшн-систем</a:t>
            </a:r>
            <a:endParaRPr lang="ru-RU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CB66B17C-EE37-8F4A-349B-BB7EB97336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0444634"/>
              </p:ext>
            </p:extLst>
          </p:nvPr>
        </p:nvGraphicFramePr>
        <p:xfrm>
          <a:off x="130915" y="1276031"/>
          <a:ext cx="7342476" cy="4913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64215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36" y="5752729"/>
            <a:ext cx="1435100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D998D3-F210-81AB-53B6-6BD4FBD6B59A}"/>
              </a:ext>
            </a:extLst>
          </p:cNvPr>
          <p:cNvSpPr txBox="1"/>
          <p:nvPr/>
        </p:nvSpPr>
        <p:spPr>
          <a:xfrm>
            <a:off x="512375" y="303560"/>
            <a:ext cx="48359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>
                <a:solidFill>
                  <a:srgbClr val="FFFF00"/>
                </a:solidFill>
              </a:rPr>
              <a:t>ТЕХНИЧЕСКАЯ ЧАСТЬ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67F9A3-7103-C8A5-C46C-26A0CBB5860C}"/>
              </a:ext>
            </a:extLst>
          </p:cNvPr>
          <p:cNvSpPr txBox="1"/>
          <p:nvPr/>
        </p:nvSpPr>
        <p:spPr>
          <a:xfrm>
            <a:off x="512375" y="1104166"/>
            <a:ext cx="8020065" cy="2015936"/>
          </a:xfrm>
          <a:prstGeom prst="rect">
            <a:avLst/>
          </a:prstGeom>
          <a:solidFill>
            <a:srgbClr val="201D10"/>
          </a:solidFill>
        </p:spPr>
        <p:txBody>
          <a:bodyPr wrap="square">
            <a:spAutoFit/>
          </a:bodyPr>
          <a:lstStyle/>
          <a:p>
            <a:pPr algn="ctr"/>
            <a:r>
              <a:rPr lang="ru-RU" sz="2000" b="1">
                <a:solidFill>
                  <a:srgbClr val="F3DD00"/>
                </a:solidFill>
                <a:effectLst/>
              </a:rPr>
              <a:t>Архитектура</a:t>
            </a:r>
          </a:p>
          <a:p>
            <a:endParaRPr lang="ru-RU" sz="500">
              <a:solidFill>
                <a:schemeClr val="bg1"/>
              </a:solidFill>
              <a:effectLst/>
            </a:endParaRPr>
          </a:p>
          <a:p>
            <a:r>
              <a:rPr lang="en" sz="2000">
                <a:solidFill>
                  <a:schemeClr val="bg1"/>
                </a:solidFill>
                <a:effectLst/>
              </a:rPr>
              <a:t>-</a:t>
            </a:r>
            <a:r>
              <a:rPr lang="en" sz="2000" b="1">
                <a:solidFill>
                  <a:schemeClr val="bg1"/>
                </a:solidFill>
                <a:effectLst/>
              </a:rPr>
              <a:t> </a:t>
            </a:r>
            <a:r>
              <a:rPr lang="en" sz="2000" b="1">
                <a:solidFill>
                  <a:srgbClr val="F3DD00"/>
                </a:solidFill>
                <a:effectLst/>
              </a:rPr>
              <a:t>Backend: </a:t>
            </a:r>
            <a:r>
              <a:rPr lang="en" sz="2000" err="1">
                <a:solidFill>
                  <a:schemeClr val="bg1"/>
                </a:solidFill>
                <a:effectLst/>
              </a:rPr>
              <a:t>FastAPI</a:t>
            </a:r>
            <a:r>
              <a:rPr lang="en" sz="2000">
                <a:solidFill>
                  <a:schemeClr val="bg1"/>
                </a:solidFill>
                <a:effectLst/>
              </a:rPr>
              <a:t> (Python)  </a:t>
            </a:r>
          </a:p>
          <a:p>
            <a:r>
              <a:rPr lang="en" sz="2000">
                <a:solidFill>
                  <a:schemeClr val="bg1"/>
                </a:solidFill>
                <a:effectLst/>
              </a:rPr>
              <a:t>-</a:t>
            </a:r>
            <a:r>
              <a:rPr lang="en" sz="2000" b="1">
                <a:solidFill>
                  <a:schemeClr val="bg1"/>
                </a:solidFill>
                <a:effectLst/>
              </a:rPr>
              <a:t> </a:t>
            </a:r>
            <a:r>
              <a:rPr lang="en" sz="2000" b="1">
                <a:solidFill>
                  <a:srgbClr val="F3DD00"/>
                </a:solidFill>
              </a:rPr>
              <a:t>Frontend</a:t>
            </a:r>
            <a:r>
              <a:rPr lang="en" sz="2000" b="1">
                <a:solidFill>
                  <a:schemeClr val="bg1"/>
                </a:solidFill>
                <a:effectLst/>
              </a:rPr>
              <a:t>: </a:t>
            </a:r>
            <a:r>
              <a:rPr lang="en" sz="2000">
                <a:solidFill>
                  <a:schemeClr val="bg1"/>
                </a:solidFill>
                <a:effectLst/>
              </a:rPr>
              <a:t>React + Node.js + </a:t>
            </a:r>
            <a:r>
              <a:rPr lang="en" sz="2000" err="1">
                <a:solidFill>
                  <a:schemeClr val="bg1"/>
                </a:solidFill>
                <a:effectLst/>
              </a:rPr>
              <a:t>TailwindCSS</a:t>
            </a:r>
            <a:r>
              <a:rPr lang="en" sz="2000">
                <a:solidFill>
                  <a:schemeClr val="bg1"/>
                </a:solidFill>
                <a:effectLst/>
              </a:rPr>
              <a:t>  </a:t>
            </a:r>
          </a:p>
          <a:p>
            <a:r>
              <a:rPr lang="en" sz="2000">
                <a:solidFill>
                  <a:schemeClr val="bg1"/>
                </a:solidFill>
                <a:effectLst/>
              </a:rPr>
              <a:t>-</a:t>
            </a:r>
            <a:r>
              <a:rPr lang="en" sz="2000" b="1">
                <a:solidFill>
                  <a:schemeClr val="bg1"/>
                </a:solidFill>
                <a:effectLst/>
              </a:rPr>
              <a:t> </a:t>
            </a:r>
            <a:r>
              <a:rPr lang="en" sz="2000" b="1">
                <a:solidFill>
                  <a:srgbClr val="F3DD00"/>
                </a:solidFill>
              </a:rPr>
              <a:t>Storage</a:t>
            </a:r>
            <a:r>
              <a:rPr lang="en" sz="2000" b="1">
                <a:solidFill>
                  <a:schemeClr val="bg1"/>
                </a:solidFill>
                <a:effectLst/>
              </a:rPr>
              <a:t>: </a:t>
            </a:r>
            <a:r>
              <a:rPr lang="en" sz="2000">
                <a:solidFill>
                  <a:schemeClr val="bg1"/>
                </a:solidFill>
                <a:effectLst/>
              </a:rPr>
              <a:t>PostgreSQL (</a:t>
            </a:r>
            <a:r>
              <a:rPr lang="ru-RU" sz="2000">
                <a:solidFill>
                  <a:schemeClr val="bg1"/>
                </a:solidFill>
                <a:effectLst/>
              </a:rPr>
              <a:t>данные), </a:t>
            </a:r>
            <a:r>
              <a:rPr lang="en" sz="2000">
                <a:solidFill>
                  <a:schemeClr val="bg1"/>
                </a:solidFill>
                <a:effectLst/>
              </a:rPr>
              <a:t>Redis (</a:t>
            </a:r>
            <a:r>
              <a:rPr lang="ru-RU" sz="2000">
                <a:solidFill>
                  <a:schemeClr val="bg1"/>
                </a:solidFill>
                <a:effectLst/>
              </a:rPr>
              <a:t>кэш + </a:t>
            </a:r>
            <a:r>
              <a:rPr lang="en" sz="2000">
                <a:solidFill>
                  <a:schemeClr val="bg1"/>
                </a:solidFill>
                <a:effectLst/>
              </a:rPr>
              <a:t>vector store)  </a:t>
            </a:r>
          </a:p>
          <a:p>
            <a:r>
              <a:rPr lang="en" sz="2000">
                <a:solidFill>
                  <a:schemeClr val="bg1"/>
                </a:solidFill>
                <a:effectLst/>
              </a:rPr>
              <a:t>-</a:t>
            </a:r>
            <a:r>
              <a:rPr lang="en" sz="2000" b="1">
                <a:solidFill>
                  <a:schemeClr val="bg1"/>
                </a:solidFill>
                <a:effectLst/>
              </a:rPr>
              <a:t> </a:t>
            </a:r>
            <a:r>
              <a:rPr lang="ru-RU" sz="2000" b="1" err="1">
                <a:solidFill>
                  <a:srgbClr val="F3DD00"/>
                </a:solidFill>
              </a:rPr>
              <a:t>Мультиагентная</a:t>
            </a:r>
            <a:r>
              <a:rPr lang="ru-RU" sz="2000" b="1">
                <a:solidFill>
                  <a:srgbClr val="F3DD00"/>
                </a:solidFill>
              </a:rPr>
              <a:t> система</a:t>
            </a:r>
            <a:r>
              <a:rPr lang="ru-RU" sz="2000" b="1">
                <a:solidFill>
                  <a:schemeClr val="bg1"/>
                </a:solidFill>
                <a:effectLst/>
              </a:rPr>
              <a:t>: </a:t>
            </a:r>
            <a:r>
              <a:rPr lang="ru-RU" sz="2000">
                <a:solidFill>
                  <a:schemeClr val="bg1"/>
                </a:solidFill>
                <a:effectLst/>
              </a:rPr>
              <a:t>Ансамбль А</a:t>
            </a:r>
            <a:r>
              <a:rPr lang="en" sz="2000">
                <a:solidFill>
                  <a:schemeClr val="bg1"/>
                </a:solidFill>
                <a:effectLst/>
              </a:rPr>
              <a:t>I </a:t>
            </a:r>
            <a:r>
              <a:rPr lang="ru-RU" sz="2000">
                <a:solidFill>
                  <a:schemeClr val="bg1"/>
                </a:solidFill>
                <a:effectLst/>
              </a:rPr>
              <a:t>агентов с инструментами </a:t>
            </a:r>
            <a:r>
              <a:rPr lang="en" sz="2000">
                <a:solidFill>
                  <a:schemeClr val="bg1"/>
                </a:solidFill>
                <a:effectLst/>
              </a:rPr>
              <a:t>RAG + FAISS/Redis  </a:t>
            </a:r>
            <a:r>
              <a:rPr lang="ru-RU" sz="2000">
                <a:solidFill>
                  <a:schemeClr val="bg1"/>
                </a:solidFill>
                <a:effectLst/>
              </a:rPr>
              <a:t>и </a:t>
            </a:r>
            <a:r>
              <a:rPr lang="en" sz="2000">
                <a:solidFill>
                  <a:schemeClr val="bg1"/>
                </a:solidFill>
                <a:effectLst/>
              </a:rPr>
              <a:t>Web Search </a:t>
            </a:r>
            <a:r>
              <a:rPr lang="ru-RU" sz="2000">
                <a:solidFill>
                  <a:schemeClr val="bg1"/>
                </a:solidFill>
                <a:effectLst/>
              </a:rPr>
              <a:t>для поиска аналогичных стартапов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EAF944-223D-EC33-B27A-14E1E60578A8}"/>
              </a:ext>
            </a:extLst>
          </p:cNvPr>
          <p:cNvSpPr txBox="1"/>
          <p:nvPr/>
        </p:nvSpPr>
        <p:spPr>
          <a:xfrm>
            <a:off x="4773023" y="3424339"/>
            <a:ext cx="3990494" cy="2631490"/>
          </a:xfrm>
          <a:prstGeom prst="rect">
            <a:avLst/>
          </a:prstGeom>
          <a:solidFill>
            <a:srgbClr val="201D10"/>
          </a:solidFill>
        </p:spPr>
        <p:txBody>
          <a:bodyPr wrap="square">
            <a:spAutoFit/>
          </a:bodyPr>
          <a:lstStyle/>
          <a:p>
            <a:pPr algn="ctr"/>
            <a:r>
              <a:rPr lang="en" sz="2000" b="1">
                <a:solidFill>
                  <a:srgbClr val="F3DD00"/>
                </a:solidFill>
                <a:effectLst/>
              </a:rPr>
              <a:t>Grafana + Prometheus</a:t>
            </a:r>
            <a:r>
              <a:rPr lang="ru-RU" sz="2000" b="1">
                <a:solidFill>
                  <a:srgbClr val="F3DD00"/>
                </a:solidFill>
                <a:effectLst/>
              </a:rPr>
              <a:t> (</a:t>
            </a:r>
            <a:r>
              <a:rPr lang="ru-RU" sz="2000" b="1">
                <a:solidFill>
                  <a:schemeClr val="bg1"/>
                </a:solidFill>
                <a:effectLst/>
              </a:rPr>
              <a:t>мониторинг</a:t>
            </a:r>
            <a:r>
              <a:rPr lang="ru-RU" sz="2000" b="1">
                <a:solidFill>
                  <a:srgbClr val="F3DD00"/>
                </a:solidFill>
                <a:effectLst/>
              </a:rPr>
              <a:t>)</a:t>
            </a:r>
          </a:p>
          <a:p>
            <a:pPr algn="ctr"/>
            <a:endParaRPr lang="en" sz="500" b="1">
              <a:solidFill>
                <a:srgbClr val="F3DD00"/>
              </a:solidFill>
              <a:effectLst/>
            </a:endParaRPr>
          </a:p>
          <a:p>
            <a:r>
              <a:rPr lang="en" sz="2000">
                <a:solidFill>
                  <a:schemeClr val="bg1"/>
                </a:solidFill>
                <a:effectLst/>
              </a:rPr>
              <a:t>- latency API  </a:t>
            </a:r>
          </a:p>
          <a:p>
            <a:r>
              <a:rPr lang="en" sz="2000">
                <a:solidFill>
                  <a:schemeClr val="bg1"/>
                </a:solidFill>
                <a:effectLst/>
              </a:rPr>
              <a:t>- </a:t>
            </a:r>
            <a:r>
              <a:rPr lang="ru-RU" sz="2000">
                <a:solidFill>
                  <a:schemeClr val="bg1"/>
                </a:solidFill>
                <a:effectLst/>
              </a:rPr>
              <a:t>загрузка </a:t>
            </a:r>
            <a:r>
              <a:rPr lang="en" sz="2000">
                <a:solidFill>
                  <a:schemeClr val="bg1"/>
                </a:solidFill>
                <a:effectLst/>
              </a:rPr>
              <a:t>CPU / RAM  </a:t>
            </a:r>
          </a:p>
          <a:p>
            <a:r>
              <a:rPr lang="en" sz="2000">
                <a:solidFill>
                  <a:schemeClr val="bg1"/>
                </a:solidFill>
                <a:effectLst/>
              </a:rPr>
              <a:t>- </a:t>
            </a:r>
            <a:r>
              <a:rPr lang="ru-RU" sz="2000">
                <a:solidFill>
                  <a:schemeClr val="bg1"/>
                </a:solidFill>
                <a:effectLst/>
              </a:rPr>
              <a:t>среднее время </a:t>
            </a:r>
            <a:r>
              <a:rPr lang="en" sz="2000">
                <a:solidFill>
                  <a:schemeClr val="bg1"/>
                </a:solidFill>
                <a:effectLst/>
              </a:rPr>
              <a:t>parsing / RAG / report generation  </a:t>
            </a:r>
          </a:p>
          <a:p>
            <a:r>
              <a:rPr lang="en" sz="2000">
                <a:solidFill>
                  <a:schemeClr val="bg1"/>
                </a:solidFill>
                <a:effectLst/>
              </a:rPr>
              <a:t>- </a:t>
            </a:r>
            <a:r>
              <a:rPr lang="ru-RU" sz="2000">
                <a:solidFill>
                  <a:schemeClr val="bg1"/>
                </a:solidFill>
                <a:effectLst/>
              </a:rPr>
              <a:t>количество ошибок агентов  </a:t>
            </a:r>
          </a:p>
          <a:p>
            <a:r>
              <a:rPr lang="ru-RU" sz="2000">
                <a:solidFill>
                  <a:schemeClr val="bg1"/>
                </a:solidFill>
                <a:effectLst/>
              </a:rPr>
              <a:t>- скорость генерации отчётов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2DF4D-EAAD-57E3-91AD-0A941EDD2A79}"/>
              </a:ext>
            </a:extLst>
          </p:cNvPr>
          <p:cNvSpPr txBox="1"/>
          <p:nvPr/>
        </p:nvSpPr>
        <p:spPr>
          <a:xfrm>
            <a:off x="348136" y="3429000"/>
            <a:ext cx="3990494" cy="2323713"/>
          </a:xfrm>
          <a:prstGeom prst="rect">
            <a:avLst/>
          </a:prstGeom>
          <a:solidFill>
            <a:srgbClr val="201D10"/>
          </a:solidFill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" sz="2000" b="1" dirty="0" err="1">
                <a:solidFill>
                  <a:srgbClr val="F3DD00"/>
                </a:solidFill>
                <a:effectLst/>
              </a:rPr>
              <a:t>Arize</a:t>
            </a:r>
            <a:r>
              <a:rPr lang="en" sz="2000" b="1" dirty="0">
                <a:solidFill>
                  <a:srgbClr val="F3DD00"/>
                </a:solidFill>
                <a:effectLst/>
              </a:rPr>
              <a:t> Phoenix</a:t>
            </a:r>
            <a:r>
              <a:rPr lang="ru-RU" sz="2000" b="1" dirty="0">
                <a:solidFill>
                  <a:srgbClr val="F3DD00"/>
                </a:solidFill>
                <a:effectLst/>
              </a:rPr>
              <a:t> (</a:t>
            </a:r>
            <a:r>
              <a:rPr lang="ru-RU" sz="2000" b="1" dirty="0">
                <a:solidFill>
                  <a:schemeClr val="bg1"/>
                </a:solidFill>
              </a:rPr>
              <a:t>трассировка</a:t>
            </a:r>
            <a:r>
              <a:rPr lang="ru-RU" sz="2000" b="1" dirty="0">
                <a:solidFill>
                  <a:srgbClr val="F3DD00"/>
                </a:solidFill>
                <a:effectLst/>
              </a:rPr>
              <a:t>)</a:t>
            </a:r>
          </a:p>
          <a:p>
            <a:pPr algn="ctr"/>
            <a:endParaRPr lang="en" sz="500" b="1">
              <a:solidFill>
                <a:srgbClr val="F3DD00"/>
              </a:solidFill>
              <a:effectLst/>
            </a:endParaRPr>
          </a:p>
          <a:p>
            <a:r>
              <a:rPr lang="en" sz="2000" dirty="0">
                <a:solidFill>
                  <a:schemeClr val="bg1"/>
                </a:solidFill>
                <a:effectLst/>
              </a:rPr>
              <a:t>- </a:t>
            </a:r>
            <a:r>
              <a:rPr lang="ru-RU" sz="2000" dirty="0">
                <a:solidFill>
                  <a:schemeClr val="bg1"/>
                </a:solidFill>
                <a:effectLst/>
              </a:rPr>
              <a:t>трассировка действий агентов  </a:t>
            </a:r>
            <a:endParaRPr lang="ru-RU" sz="2000" dirty="0">
              <a:solidFill>
                <a:schemeClr val="bg1"/>
              </a:solidFill>
              <a:effectLst/>
              <a:ea typeface="Calibri"/>
              <a:cs typeface="Calibri"/>
            </a:endParaRPr>
          </a:p>
          <a:p>
            <a:r>
              <a:rPr lang="ru-RU" sz="2000" dirty="0">
                <a:solidFill>
                  <a:schemeClr val="bg1"/>
                </a:solidFill>
                <a:effectLst/>
              </a:rPr>
              <a:t>- выявление ошибок в цепочке  </a:t>
            </a:r>
            <a:endParaRPr lang="ru-RU" sz="2000" dirty="0">
              <a:solidFill>
                <a:schemeClr val="bg1"/>
              </a:solidFill>
              <a:effectLst/>
              <a:ea typeface="Calibri"/>
              <a:cs typeface="Calibri"/>
            </a:endParaRPr>
          </a:p>
          <a:p>
            <a:r>
              <a:rPr lang="ru-RU" sz="2000" dirty="0">
                <a:solidFill>
                  <a:schemeClr val="bg1"/>
                </a:solidFill>
                <a:effectLst/>
              </a:rPr>
              <a:t>- мониторинг </a:t>
            </a:r>
            <a:r>
              <a:rPr lang="en" sz="2000" dirty="0">
                <a:solidFill>
                  <a:schemeClr val="bg1"/>
                </a:solidFill>
                <a:effectLst/>
              </a:rPr>
              <a:t>LLM-</a:t>
            </a:r>
            <a:r>
              <a:rPr lang="ru-RU" sz="2000" dirty="0">
                <a:solidFill>
                  <a:schemeClr val="bg1"/>
                </a:solidFill>
                <a:effectLst/>
              </a:rPr>
              <a:t>поведения  </a:t>
            </a:r>
            <a:endParaRPr lang="ru-RU" sz="2000" dirty="0">
              <a:solidFill>
                <a:schemeClr val="bg1"/>
              </a:solidFill>
              <a:effectLst/>
              <a:ea typeface="Calibri"/>
              <a:cs typeface="Calibri"/>
            </a:endParaRPr>
          </a:p>
          <a:p>
            <a:r>
              <a:rPr lang="ru-RU" sz="2000" dirty="0">
                <a:solidFill>
                  <a:schemeClr val="bg1"/>
                </a:solidFill>
                <a:effectLst/>
              </a:rPr>
              <a:t>- мониторинг дрейфа </a:t>
            </a:r>
            <a:r>
              <a:rPr lang="en" sz="2000" dirty="0">
                <a:solidFill>
                  <a:schemeClr val="bg1"/>
                </a:solidFill>
                <a:effectLst/>
              </a:rPr>
              <a:t>embedding-</a:t>
            </a:r>
            <a:r>
              <a:rPr lang="ru-RU" sz="2000" dirty="0">
                <a:solidFill>
                  <a:schemeClr val="bg1"/>
                </a:solidFill>
                <a:effectLst/>
              </a:rPr>
              <a:t>моделей  </a:t>
            </a:r>
            <a:endParaRPr lang="ru-RU" sz="2000" dirty="0">
              <a:solidFill>
                <a:schemeClr val="bg1"/>
              </a:solidFill>
              <a:effectLst/>
              <a:ea typeface="Calibri"/>
              <a:cs typeface="Calibri"/>
            </a:endParaRPr>
          </a:p>
          <a:p>
            <a:r>
              <a:rPr lang="ru-RU" sz="2000" dirty="0">
                <a:solidFill>
                  <a:schemeClr val="bg1"/>
                </a:solidFill>
                <a:effectLst/>
              </a:rPr>
              <a:t>- анализ качества </a:t>
            </a:r>
            <a:r>
              <a:rPr lang="en" sz="2000" dirty="0">
                <a:solidFill>
                  <a:schemeClr val="bg1"/>
                </a:solidFill>
                <a:effectLst/>
              </a:rPr>
              <a:t>RAG-</a:t>
            </a:r>
            <a:r>
              <a:rPr lang="ru-RU" sz="2000" dirty="0">
                <a:solidFill>
                  <a:schemeClr val="bg1"/>
                </a:solidFill>
                <a:effectLst/>
              </a:rPr>
              <a:t>ответов</a:t>
            </a:r>
            <a:endParaRPr lang="ru-RU" sz="2000" dirty="0">
              <a:solidFill>
                <a:schemeClr val="bg1"/>
              </a:solidFill>
              <a:effectLst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249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23" y="5732045"/>
            <a:ext cx="1435100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D998D3-F210-81AB-53B6-6BD4FBD6B59A}"/>
              </a:ext>
            </a:extLst>
          </p:cNvPr>
          <p:cNvSpPr txBox="1"/>
          <p:nvPr/>
        </p:nvSpPr>
        <p:spPr>
          <a:xfrm>
            <a:off x="181423" y="160755"/>
            <a:ext cx="7270897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sz="2500" b="1" dirty="0">
                <a:solidFill>
                  <a:srgbClr val="FFFF00"/>
                </a:solidFill>
                <a:sym typeface="Arial"/>
              </a:rPr>
              <a:t>МИКРОСЕРВИСНАЯ АРХИТЕКТУРА (Масштабируемость)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B173C8-C118-66BA-837A-2322C4AFFE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871" y="1024386"/>
            <a:ext cx="5064258" cy="567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16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D998D3-F210-81AB-53B6-6BD4FBD6B59A}"/>
              </a:ext>
            </a:extLst>
          </p:cNvPr>
          <p:cNvSpPr txBox="1"/>
          <p:nvPr/>
        </p:nvSpPr>
        <p:spPr>
          <a:xfrm>
            <a:off x="81054" y="109466"/>
            <a:ext cx="509081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ru-RU" sz="3200" b="1" err="1">
                <a:solidFill>
                  <a:srgbClr val="FFFF00"/>
                </a:solidFill>
                <a:ea typeface="Calibri"/>
                <a:cs typeface="Calibri"/>
              </a:rPr>
              <a:t>Мультиагентная</a:t>
            </a:r>
            <a:r>
              <a:rPr lang="ru-RU" sz="3200" b="1" dirty="0">
                <a:solidFill>
                  <a:srgbClr val="FFFF00"/>
                </a:solidFill>
                <a:ea typeface="Calibri"/>
                <a:cs typeface="Calibri"/>
              </a:rPr>
              <a:t>-AI система</a:t>
            </a:r>
          </a:p>
        </p:txBody>
      </p:sp>
      <p:pic>
        <p:nvPicPr>
          <p:cNvPr id="6" name="Рисунок 5" descr="Изображение выглядит как текст, диаграмма, снимок экран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093ED0-35FB-9336-4FB8-A76796399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0421" y="668547"/>
            <a:ext cx="5083158" cy="6060057"/>
          </a:xfrm>
          <a:prstGeom prst="rect">
            <a:avLst/>
          </a:prstGeom>
        </p:spPr>
      </p:pic>
      <p:pic>
        <p:nvPicPr>
          <p:cNvPr id="3" name="Google Shape;114;p17" title="Снимок экрана 2025-04-21 в 10.32.46 (1).png">
            <a:extLst>
              <a:ext uri="{FF2B5EF4-FFF2-40B4-BE49-F238E27FC236}">
                <a16:creationId xmlns:a16="http://schemas.microsoft.com/office/drawing/2014/main" id="{1CFF69DF-6025-3410-8D0E-FEF226C49E2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9840" r="33119"/>
          <a:stretch/>
        </p:blipFill>
        <p:spPr>
          <a:xfrm>
            <a:off x="828498" y="821691"/>
            <a:ext cx="2699792" cy="158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13;p17">
            <a:extLst>
              <a:ext uri="{FF2B5EF4-FFF2-40B4-BE49-F238E27FC236}">
                <a16:creationId xmlns:a16="http://schemas.microsoft.com/office/drawing/2014/main" id="{238E9150-2894-A4A8-1C05-A5923F901F7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2845" y="4802279"/>
            <a:ext cx="2105127" cy="1388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4;p17" title="Снимок экрана 2025-04-21 в 10.32.46 (1).png">
            <a:extLst>
              <a:ext uri="{FF2B5EF4-FFF2-40B4-BE49-F238E27FC236}">
                <a16:creationId xmlns:a16="http://schemas.microsoft.com/office/drawing/2014/main" id="{A47B271F-F251-BB20-6EAB-F5649500BC7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1292" r="10088"/>
          <a:stretch/>
        </p:blipFill>
        <p:spPr>
          <a:xfrm>
            <a:off x="5787843" y="465852"/>
            <a:ext cx="2278475" cy="124645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DDFF46-57C3-AF1C-CFA4-8925D106CD58}"/>
              </a:ext>
            </a:extLst>
          </p:cNvPr>
          <p:cNvSpPr txBox="1"/>
          <p:nvPr/>
        </p:nvSpPr>
        <p:spPr>
          <a:xfrm>
            <a:off x="5909094" y="1714499"/>
            <a:ext cx="113221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 b="1" dirty="0">
                <a:ea typeface="Calibri"/>
                <a:cs typeface="Calibri"/>
              </a:rPr>
              <a:t>Агент парсер</a:t>
            </a:r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6402D-5BDC-50C1-27D9-11285BC43E0F}"/>
              </a:ext>
            </a:extLst>
          </p:cNvPr>
          <p:cNvSpPr txBox="1"/>
          <p:nvPr/>
        </p:nvSpPr>
        <p:spPr>
          <a:xfrm>
            <a:off x="7041311" y="1714499"/>
            <a:ext cx="13694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  <a:ea typeface="Calibri"/>
                <a:cs typeface="Calibri"/>
              </a:rPr>
              <a:t>Агент бизнес аналитик</a:t>
            </a:r>
            <a:endParaRPr lang="ru-RU" sz="14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1D6ABE-9467-F490-CD9D-0AAE96ACB4CE}"/>
              </a:ext>
            </a:extLst>
          </p:cNvPr>
          <p:cNvSpPr txBox="1"/>
          <p:nvPr/>
        </p:nvSpPr>
        <p:spPr>
          <a:xfrm>
            <a:off x="2178169" y="2404612"/>
            <a:ext cx="1078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400" b="1" dirty="0">
                <a:ea typeface="Calibri"/>
                <a:cs typeface="Calibri"/>
              </a:rPr>
              <a:t>Агент Web </a:t>
            </a:r>
            <a:r>
              <a:rPr lang="ru-RU" sz="1400" b="1" dirty="0" err="1">
                <a:ea typeface="Calibri"/>
                <a:cs typeface="Calibri"/>
              </a:rPr>
              <a:t>Scouter</a:t>
            </a:r>
            <a:endParaRPr lang="ru-RU" sz="1400" b="1" dirty="0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65AFDA-1B4C-2B22-928D-1A3D8981A741}"/>
              </a:ext>
            </a:extLst>
          </p:cNvPr>
          <p:cNvSpPr txBox="1"/>
          <p:nvPr/>
        </p:nvSpPr>
        <p:spPr>
          <a:xfrm>
            <a:off x="948904" y="2404612"/>
            <a:ext cx="115378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  <a:ea typeface="Calibri"/>
                <a:cs typeface="Calibri"/>
              </a:rPr>
              <a:t>Агент составитель отчетов</a:t>
            </a:r>
            <a:endParaRPr lang="ru-RU" sz="14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76136C-1968-6183-515E-2BC753BA5AB8}"/>
              </a:ext>
            </a:extLst>
          </p:cNvPr>
          <p:cNvSpPr txBox="1"/>
          <p:nvPr/>
        </p:nvSpPr>
        <p:spPr>
          <a:xfrm>
            <a:off x="7504980" y="6189451"/>
            <a:ext cx="11753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ea typeface="Calibri"/>
                <a:cs typeface="Calibri"/>
              </a:rPr>
              <a:t>Агент валидатор</a:t>
            </a:r>
          </a:p>
        </p:txBody>
      </p:sp>
    </p:spTree>
    <p:extLst>
      <p:ext uri="{BB962C8B-B14F-4D97-AF65-F5344CB8AC3E}">
        <p14:creationId xmlns:p14="http://schemas.microsoft.com/office/powerpoint/2010/main" val="381677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36" name="Рисунок 35" descr="Изображение выглядит как снимок экрана, черный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8DE713-A28D-8466-C525-4D84F6548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690" y="1018546"/>
            <a:ext cx="2952750" cy="4702294"/>
          </a:xfrm>
          <a:prstGeom prst="rect">
            <a:avLst/>
          </a:prstGeom>
        </p:spPr>
      </p:pic>
      <p:pic>
        <p:nvPicPr>
          <p:cNvPr id="35" name="Рисунок 34" descr="Изображение выглядит как снимок экрана, черный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8B2E1D-0ADD-9491-C955-17E235BB8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587" y="1018546"/>
            <a:ext cx="2650826" cy="470229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68484F4-BC88-2941-7A94-3AF3696FD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74" y="1018546"/>
            <a:ext cx="2952750" cy="470229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23" y="5732045"/>
            <a:ext cx="1435100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D998D3-F210-81AB-53B6-6BD4FBD6B59A}"/>
              </a:ext>
            </a:extLst>
          </p:cNvPr>
          <p:cNvSpPr txBox="1"/>
          <p:nvPr/>
        </p:nvSpPr>
        <p:spPr>
          <a:xfrm>
            <a:off x="512375" y="303560"/>
            <a:ext cx="1247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>
                <a:solidFill>
                  <a:srgbClr val="FFFF00"/>
                </a:solidFill>
              </a:rPr>
              <a:t>СТЕК</a:t>
            </a:r>
          </a:p>
        </p:txBody>
      </p:sp>
      <p:sp>
        <p:nvSpPr>
          <p:cNvPr id="21" name="Google Shape;127;p18">
            <a:extLst>
              <a:ext uri="{FF2B5EF4-FFF2-40B4-BE49-F238E27FC236}">
                <a16:creationId xmlns:a16="http://schemas.microsoft.com/office/drawing/2014/main" id="{C65E6786-3F55-17D3-54E3-DF37A9A9CD68}"/>
              </a:ext>
            </a:extLst>
          </p:cNvPr>
          <p:cNvSpPr txBox="1"/>
          <p:nvPr/>
        </p:nvSpPr>
        <p:spPr>
          <a:xfrm>
            <a:off x="1842010" y="5926094"/>
            <a:ext cx="7859036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7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LLM: gpt-4.1-mini</a:t>
            </a:r>
            <a:endParaRPr lang="en" sz="2700" b="1" dirty="0"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+mj-lt"/>
              <a:ea typeface="Calibri"/>
              <a:cs typeface="Calibri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45ED36-F391-6F53-CD20-7EDABEC345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461" y="1290638"/>
            <a:ext cx="2390775" cy="84772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Шрифт, Графика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794E1E-DEC0-83EE-644A-EDC10DF96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37" y="2286449"/>
            <a:ext cx="2562225" cy="90487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1F19DF0-71F1-9EED-7A86-8DDE85BC64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399" y="4329472"/>
            <a:ext cx="1866900" cy="98107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AA3A771-24AE-4CD7-89C4-C9940E8513C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63" t="30000" b="31887"/>
          <a:stretch>
            <a:fillRect/>
          </a:stretch>
        </p:blipFill>
        <p:spPr>
          <a:xfrm>
            <a:off x="469243" y="3278038"/>
            <a:ext cx="2571572" cy="970477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F6F3BB6-06BD-3BC9-8D7E-250A6E1494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62375" y="2734574"/>
            <a:ext cx="1619250" cy="9144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FE0B111-5C81-B953-D15E-9DA3015698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769" y="1375913"/>
            <a:ext cx="1495425" cy="914400"/>
          </a:xfrm>
          <a:prstGeom prst="rect">
            <a:avLst/>
          </a:prstGeom>
        </p:spPr>
      </p:pic>
      <p:pic>
        <p:nvPicPr>
          <p:cNvPr id="30" name="Рисунок 29" descr="Изображение выглядит как Шрифт, логотип, Графика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0A03D8-DC91-D1EB-303C-78208E3275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31156" y="4252014"/>
            <a:ext cx="2281688" cy="650756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CEE9C7D-0A61-3B0B-362E-A4BCAAEAF67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5603" r="356" b="20567"/>
          <a:stretch>
            <a:fillRect/>
          </a:stretch>
        </p:blipFill>
        <p:spPr>
          <a:xfrm>
            <a:off x="3370232" y="1377799"/>
            <a:ext cx="2403541" cy="804942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CE79A47-5A1F-84DE-E426-FE54AE5346F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88105" y="3550039"/>
            <a:ext cx="1857375" cy="77152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050C4EE-4EAE-86F6-92B4-7635696C60A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2134" y="4423464"/>
            <a:ext cx="1857375" cy="7715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A3BF7439-2308-1CB0-1514-6D9306CFD06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4310" r="4314" b="-6465"/>
          <a:stretch>
            <a:fillRect/>
          </a:stretch>
        </p:blipFill>
        <p:spPr>
          <a:xfrm>
            <a:off x="6532532" y="2430224"/>
            <a:ext cx="2279674" cy="1001647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8EBB4BDF-F30E-0113-D34D-E31E93316D0B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24611" r="502" b="28643"/>
          <a:stretch>
            <a:fillRect/>
          </a:stretch>
        </p:blipFill>
        <p:spPr>
          <a:xfrm>
            <a:off x="3597485" y="92734"/>
            <a:ext cx="1949045" cy="81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38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E70929C-9F34-ED2D-04AA-E3FC573C8AF8}"/>
              </a:ext>
            </a:extLst>
          </p:cNvPr>
          <p:cNvSpPr/>
          <p:nvPr/>
        </p:nvSpPr>
        <p:spPr>
          <a:xfrm>
            <a:off x="168454" y="1296950"/>
            <a:ext cx="8568952" cy="5083547"/>
          </a:xfrm>
          <a:prstGeom prst="roundRect">
            <a:avLst/>
          </a:prstGeom>
          <a:solidFill>
            <a:srgbClr val="201D1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6618F05-1C88-A585-F61D-D880BC9B5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75595"/>
              </p:ext>
            </p:extLst>
          </p:nvPr>
        </p:nvGraphicFramePr>
        <p:xfrm>
          <a:off x="512375" y="1293212"/>
          <a:ext cx="8092074" cy="5059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3481">
                  <a:extLst>
                    <a:ext uri="{9D8B030D-6E8A-4147-A177-3AD203B41FA5}">
                      <a16:colId xmlns:a16="http://schemas.microsoft.com/office/drawing/2014/main" val="1605453755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351702159"/>
                    </a:ext>
                  </a:extLst>
                </a:gridCol>
                <a:gridCol w="2520281">
                  <a:extLst>
                    <a:ext uri="{9D8B030D-6E8A-4147-A177-3AD203B41FA5}">
                      <a16:colId xmlns:a16="http://schemas.microsoft.com/office/drawing/2014/main" val="3151603081"/>
                    </a:ext>
                  </a:extLst>
                </a:gridCol>
              </a:tblGrid>
              <a:tr h="68209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F3DD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Краткосрочно </a:t>
                      </a:r>
                      <a:br>
                        <a:rPr lang="ru-RU" sz="2000" b="1" dirty="0">
                          <a:solidFill>
                            <a:srgbClr val="F3DD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2000" b="1" dirty="0">
                          <a:solidFill>
                            <a:srgbClr val="F3DD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(1–2 месяца)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F3DD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Среднесрочно </a:t>
                      </a:r>
                      <a:br>
                        <a:rPr lang="ru-RU" sz="2000" b="1" dirty="0">
                          <a:solidFill>
                            <a:srgbClr val="F3DD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2000" b="1" dirty="0">
                          <a:solidFill>
                            <a:srgbClr val="F3DD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(3–6 месяцев)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>
                          <a:solidFill>
                            <a:srgbClr val="F3DD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Долгосрочно </a:t>
                      </a:r>
                    </a:p>
                    <a:p>
                      <a:pPr algn="ctr"/>
                      <a:endParaRPr lang="ru-RU" sz="2000" b="1">
                        <a:solidFill>
                          <a:srgbClr val="F3DD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82303"/>
                  </a:ext>
                </a:extLst>
              </a:tr>
              <a:tr h="3973969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Ранжированный по оценкам поиск проектов</a:t>
                      </a:r>
                    </a:p>
                    <a:p>
                      <a:pPr algn="l"/>
                      <a:endParaRPr lang="ru-RU" sz="7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Добавление поддержки пользовательского шаблона для кастомных отчетов</a:t>
                      </a:r>
                    </a:p>
                    <a:p>
                      <a:pPr algn="l"/>
                      <a:endParaRPr lang="ru-RU" sz="7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Автоматическое извлечение графиков/таблиц </a:t>
                      </a:r>
                      <a:br>
                        <a:rPr lang="ru-RU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(мультимодальность)</a:t>
                      </a:r>
                    </a:p>
                    <a:p>
                      <a:pPr algn="l"/>
                      <a:endParaRPr lang="ru-RU" sz="7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Добавление диаграмм в отчёт</a:t>
                      </a:r>
                    </a:p>
                    <a:p>
                      <a:pPr algn="l"/>
                      <a:endParaRPr lang="ru-RU" sz="7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Запуск пилота</a:t>
                      </a:r>
                    </a:p>
                    <a:p>
                      <a:pPr algn="l"/>
                      <a:endParaRPr lang="ru-RU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Командный доступ для </a:t>
                      </a:r>
                      <a:r>
                        <a:rPr lang="en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VC-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фондов  </a:t>
                      </a:r>
                    </a:p>
                    <a:p>
                      <a:pPr algn="l"/>
                      <a:endParaRPr lang="ru-RU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API-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режим для корпоративных </a:t>
                      </a:r>
                      <a:r>
                        <a:rPr lang="en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CRM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ru-RU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algn="l"/>
                      <a:endParaRPr lang="ru-RU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endParaRPr lang="en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ru-RU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Enterprise-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версия </a:t>
                      </a:r>
                      <a:br>
                        <a:rPr lang="ru-RU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 </a:t>
                      </a:r>
                      <a:r>
                        <a:rPr lang="en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on-premise 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развертыванием</a:t>
                      </a:r>
                    </a:p>
                    <a:p>
                      <a:pPr algn="l"/>
                      <a:endParaRPr lang="ru-RU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458913"/>
                  </a:ext>
                </a:extLst>
              </a:tr>
            </a:tbl>
          </a:graphicData>
        </a:graphic>
      </p:graphicFrame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198D1B4-BDFA-F205-6E12-C5FB4B6D00E4}"/>
              </a:ext>
            </a:extLst>
          </p:cNvPr>
          <p:cNvCxnSpPr>
            <a:cxnSpLocks/>
          </p:cNvCxnSpPr>
          <p:nvPr/>
        </p:nvCxnSpPr>
        <p:spPr>
          <a:xfrm>
            <a:off x="3203848" y="1293212"/>
            <a:ext cx="0" cy="4296028"/>
          </a:xfrm>
          <a:prstGeom prst="line">
            <a:avLst/>
          </a:prstGeom>
          <a:ln>
            <a:solidFill>
              <a:srgbClr val="F3D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097E4EA-B9FB-446F-B1D7-0FF4CA8A71FA}"/>
              </a:ext>
            </a:extLst>
          </p:cNvPr>
          <p:cNvSpPr txBox="1"/>
          <p:nvPr/>
        </p:nvSpPr>
        <p:spPr>
          <a:xfrm>
            <a:off x="512375" y="303560"/>
            <a:ext cx="42966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>
                <a:solidFill>
                  <a:srgbClr val="FFFF00"/>
                </a:solidFill>
              </a:rPr>
              <a:t>ПЛАНЫ РАЗВИТИЯ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0624761-433D-A00C-3F3F-C2613BAFB8E2}"/>
              </a:ext>
            </a:extLst>
          </p:cNvPr>
          <p:cNvCxnSpPr>
            <a:cxnSpLocks/>
          </p:cNvCxnSpPr>
          <p:nvPr/>
        </p:nvCxnSpPr>
        <p:spPr>
          <a:xfrm>
            <a:off x="6012160" y="1293212"/>
            <a:ext cx="0" cy="4296028"/>
          </a:xfrm>
          <a:prstGeom prst="line">
            <a:avLst/>
          </a:prstGeom>
          <a:ln>
            <a:solidFill>
              <a:srgbClr val="F3D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 descr="Головоломка">
            <a:extLst>
              <a:ext uri="{FF2B5EF4-FFF2-40B4-BE49-F238E27FC236}">
                <a16:creationId xmlns:a16="http://schemas.microsoft.com/office/drawing/2014/main" id="{51EEB1D8-1E87-880C-FE37-ADEC869302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145" y="2096575"/>
            <a:ext cx="241176" cy="241176"/>
          </a:xfrm>
          <a:prstGeom prst="rect">
            <a:avLst/>
          </a:prstGeom>
        </p:spPr>
      </p:pic>
      <p:pic>
        <p:nvPicPr>
          <p:cNvPr id="19" name="Рисунок 18" descr="Головоломка">
            <a:extLst>
              <a:ext uri="{FF2B5EF4-FFF2-40B4-BE49-F238E27FC236}">
                <a16:creationId xmlns:a16="http://schemas.microsoft.com/office/drawing/2014/main" id="{B146942A-AF30-A604-6472-A1879008EE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145" y="2708920"/>
            <a:ext cx="241176" cy="241176"/>
          </a:xfrm>
          <a:prstGeom prst="rect">
            <a:avLst/>
          </a:prstGeom>
        </p:spPr>
      </p:pic>
      <p:pic>
        <p:nvPicPr>
          <p:cNvPr id="20" name="Рисунок 19" descr="Головоломка">
            <a:extLst>
              <a:ext uri="{FF2B5EF4-FFF2-40B4-BE49-F238E27FC236}">
                <a16:creationId xmlns:a16="http://schemas.microsoft.com/office/drawing/2014/main" id="{821D1698-431E-D3E9-E830-E0B88A0043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081" y="3933056"/>
            <a:ext cx="241176" cy="241176"/>
          </a:xfrm>
          <a:prstGeom prst="rect">
            <a:avLst/>
          </a:prstGeom>
        </p:spPr>
      </p:pic>
      <p:pic>
        <p:nvPicPr>
          <p:cNvPr id="21" name="Рисунок 20" descr="Головоломка">
            <a:extLst>
              <a:ext uri="{FF2B5EF4-FFF2-40B4-BE49-F238E27FC236}">
                <a16:creationId xmlns:a16="http://schemas.microsoft.com/office/drawing/2014/main" id="{C705FCD2-BAB0-2780-C771-910A39657A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068" y="5070451"/>
            <a:ext cx="241176" cy="241176"/>
          </a:xfrm>
          <a:prstGeom prst="rect">
            <a:avLst/>
          </a:prstGeom>
        </p:spPr>
      </p:pic>
      <p:pic>
        <p:nvPicPr>
          <p:cNvPr id="22" name="Рисунок 21" descr="Головоломка">
            <a:extLst>
              <a:ext uri="{FF2B5EF4-FFF2-40B4-BE49-F238E27FC236}">
                <a16:creationId xmlns:a16="http://schemas.microsoft.com/office/drawing/2014/main" id="{7F11D064-2C33-9A9E-D176-74948FBB3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9031" y="2081383"/>
            <a:ext cx="241176" cy="241176"/>
          </a:xfrm>
          <a:prstGeom prst="rect">
            <a:avLst/>
          </a:prstGeom>
        </p:spPr>
      </p:pic>
      <p:pic>
        <p:nvPicPr>
          <p:cNvPr id="23" name="Рисунок 22" descr="Головоломка">
            <a:extLst>
              <a:ext uri="{FF2B5EF4-FFF2-40B4-BE49-F238E27FC236}">
                <a16:creationId xmlns:a16="http://schemas.microsoft.com/office/drawing/2014/main" id="{2ED52C8F-A5F5-979C-2A07-4854FE5F42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22712" y="2899792"/>
            <a:ext cx="241176" cy="241176"/>
          </a:xfrm>
          <a:prstGeom prst="rect">
            <a:avLst/>
          </a:prstGeom>
        </p:spPr>
      </p:pic>
      <p:pic>
        <p:nvPicPr>
          <p:cNvPr id="24" name="Рисунок 23" descr="Головоломка">
            <a:extLst>
              <a:ext uri="{FF2B5EF4-FFF2-40B4-BE49-F238E27FC236}">
                <a16:creationId xmlns:a16="http://schemas.microsoft.com/office/drawing/2014/main" id="{E7371270-286F-3BD9-8B64-38A1724F48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3914" y="2081383"/>
            <a:ext cx="241176" cy="241176"/>
          </a:xfrm>
          <a:prstGeom prst="rect">
            <a:avLst/>
          </a:prstGeom>
        </p:spPr>
      </p:pic>
      <p:pic>
        <p:nvPicPr>
          <p:cNvPr id="25" name="Рисунок 24" descr="Головоломка">
            <a:extLst>
              <a:ext uri="{FF2B5EF4-FFF2-40B4-BE49-F238E27FC236}">
                <a16:creationId xmlns:a16="http://schemas.microsoft.com/office/drawing/2014/main" id="{7290E32F-E7E9-88FA-9B72-9BE7FC5080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61" y="5707740"/>
            <a:ext cx="241176" cy="24117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58717" y="5193000"/>
            <a:ext cx="2121795" cy="1427048"/>
          </a:xfrm>
          <a:prstGeom prst="rect">
            <a:avLst/>
          </a:prstGeom>
        </p:spPr>
      </p:pic>
      <p:pic>
        <p:nvPicPr>
          <p:cNvPr id="29" name="Рисунок 28" descr="Лампочка и шестеренка">
            <a:extLst>
              <a:ext uri="{FF2B5EF4-FFF2-40B4-BE49-F238E27FC236}">
                <a16:creationId xmlns:a16="http://schemas.microsoft.com/office/drawing/2014/main" id="{7B5276E3-E965-F74F-E17A-263D916F5E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46624" y="3318232"/>
            <a:ext cx="1525776" cy="152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75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22DD8125-FF4F-B5E0-D2B8-77AB5DFFBDC2}"/>
              </a:ext>
            </a:extLst>
          </p:cNvPr>
          <p:cNvSpPr/>
          <p:nvPr/>
        </p:nvSpPr>
        <p:spPr>
          <a:xfrm>
            <a:off x="1" y="744071"/>
            <a:ext cx="9144000" cy="5887212"/>
          </a:xfrm>
          <a:custGeom>
            <a:avLst/>
            <a:gdLst>
              <a:gd name="connsiteX0" fmla="*/ 13036454 w 13103458"/>
              <a:gd name="connsiteY0" fmla="*/ 235527 h 6201792"/>
              <a:gd name="connsiteX1" fmla="*/ 7924127 w 13103458"/>
              <a:gd name="connsiteY1" fmla="*/ 1787236 h 6201792"/>
              <a:gd name="connsiteX2" fmla="*/ 6704927 w 13103458"/>
              <a:gd name="connsiteY2" fmla="*/ 3172691 h 6201792"/>
              <a:gd name="connsiteX3" fmla="*/ 13050309 w 13103458"/>
              <a:gd name="connsiteY3" fmla="*/ 3962400 h 6201792"/>
              <a:gd name="connsiteX4" fmla="*/ 9877618 w 13103458"/>
              <a:gd name="connsiteY4" fmla="*/ 277091 h 6201792"/>
              <a:gd name="connsiteX5" fmla="*/ 12371436 w 13103458"/>
              <a:gd name="connsiteY5" fmla="*/ 6040582 h 6201792"/>
              <a:gd name="connsiteX6" fmla="*/ 11082963 w 13103458"/>
              <a:gd name="connsiteY6" fmla="*/ 4724400 h 6201792"/>
              <a:gd name="connsiteX7" fmla="*/ 9295727 w 13103458"/>
              <a:gd name="connsiteY7" fmla="*/ 6026727 h 6201792"/>
              <a:gd name="connsiteX8" fmla="*/ 4585181 w 13103458"/>
              <a:gd name="connsiteY8" fmla="*/ 5389418 h 6201792"/>
              <a:gd name="connsiteX9" fmla="*/ 5264054 w 13103458"/>
              <a:gd name="connsiteY9" fmla="*/ 6109854 h 6201792"/>
              <a:gd name="connsiteX10" fmla="*/ 1509472 w 13103458"/>
              <a:gd name="connsiteY10" fmla="*/ 5874327 h 6201792"/>
              <a:gd name="connsiteX11" fmla="*/ 1855836 w 13103458"/>
              <a:gd name="connsiteY11" fmla="*/ 3588327 h 6201792"/>
              <a:gd name="connsiteX12" fmla="*/ 4044854 w 13103458"/>
              <a:gd name="connsiteY12" fmla="*/ 3962400 h 6201792"/>
              <a:gd name="connsiteX13" fmla="*/ 3573800 w 13103458"/>
              <a:gd name="connsiteY13" fmla="*/ 3560618 h 6201792"/>
              <a:gd name="connsiteX14" fmla="*/ 414963 w 13103458"/>
              <a:gd name="connsiteY14" fmla="*/ 0 h 6201792"/>
              <a:gd name="connsiteX0" fmla="*/ 12265070 w 12332074"/>
              <a:gd name="connsiteY0" fmla="*/ 221673 h 6187938"/>
              <a:gd name="connsiteX1" fmla="*/ 7152743 w 12332074"/>
              <a:gd name="connsiteY1" fmla="*/ 1773382 h 6187938"/>
              <a:gd name="connsiteX2" fmla="*/ 5933543 w 12332074"/>
              <a:gd name="connsiteY2" fmla="*/ 3158837 h 6187938"/>
              <a:gd name="connsiteX3" fmla="*/ 12278925 w 12332074"/>
              <a:gd name="connsiteY3" fmla="*/ 3948546 h 6187938"/>
              <a:gd name="connsiteX4" fmla="*/ 9106234 w 12332074"/>
              <a:gd name="connsiteY4" fmla="*/ 263237 h 6187938"/>
              <a:gd name="connsiteX5" fmla="*/ 11600052 w 12332074"/>
              <a:gd name="connsiteY5" fmla="*/ 6026728 h 6187938"/>
              <a:gd name="connsiteX6" fmla="*/ 10311579 w 12332074"/>
              <a:gd name="connsiteY6" fmla="*/ 4710546 h 6187938"/>
              <a:gd name="connsiteX7" fmla="*/ 8524343 w 12332074"/>
              <a:gd name="connsiteY7" fmla="*/ 6012873 h 6187938"/>
              <a:gd name="connsiteX8" fmla="*/ 3813797 w 12332074"/>
              <a:gd name="connsiteY8" fmla="*/ 5375564 h 6187938"/>
              <a:gd name="connsiteX9" fmla="*/ 4492670 w 12332074"/>
              <a:gd name="connsiteY9" fmla="*/ 6096000 h 6187938"/>
              <a:gd name="connsiteX10" fmla="*/ 738088 w 12332074"/>
              <a:gd name="connsiteY10" fmla="*/ 5860473 h 6187938"/>
              <a:gd name="connsiteX11" fmla="*/ 1084452 w 12332074"/>
              <a:gd name="connsiteY11" fmla="*/ 3574473 h 6187938"/>
              <a:gd name="connsiteX12" fmla="*/ 3273470 w 12332074"/>
              <a:gd name="connsiteY12" fmla="*/ 3948546 h 6187938"/>
              <a:gd name="connsiteX13" fmla="*/ 2802416 w 12332074"/>
              <a:gd name="connsiteY13" fmla="*/ 3546764 h 6187938"/>
              <a:gd name="connsiteX14" fmla="*/ 488706 w 12332074"/>
              <a:gd name="connsiteY14" fmla="*/ 0 h 6187938"/>
              <a:gd name="connsiteX0" fmla="*/ 11783735 w 11850739"/>
              <a:gd name="connsiteY0" fmla="*/ 0 h 5966265"/>
              <a:gd name="connsiteX1" fmla="*/ 6671408 w 11850739"/>
              <a:gd name="connsiteY1" fmla="*/ 1551709 h 5966265"/>
              <a:gd name="connsiteX2" fmla="*/ 5452208 w 11850739"/>
              <a:gd name="connsiteY2" fmla="*/ 2937164 h 5966265"/>
              <a:gd name="connsiteX3" fmla="*/ 11797590 w 11850739"/>
              <a:gd name="connsiteY3" fmla="*/ 3726873 h 5966265"/>
              <a:gd name="connsiteX4" fmla="*/ 8624899 w 11850739"/>
              <a:gd name="connsiteY4" fmla="*/ 41564 h 5966265"/>
              <a:gd name="connsiteX5" fmla="*/ 11118717 w 11850739"/>
              <a:gd name="connsiteY5" fmla="*/ 5805055 h 5966265"/>
              <a:gd name="connsiteX6" fmla="*/ 9830244 w 11850739"/>
              <a:gd name="connsiteY6" fmla="*/ 4488873 h 5966265"/>
              <a:gd name="connsiteX7" fmla="*/ 8043008 w 11850739"/>
              <a:gd name="connsiteY7" fmla="*/ 5791200 h 5966265"/>
              <a:gd name="connsiteX8" fmla="*/ 3332462 w 11850739"/>
              <a:gd name="connsiteY8" fmla="*/ 5153891 h 5966265"/>
              <a:gd name="connsiteX9" fmla="*/ 4011335 w 11850739"/>
              <a:gd name="connsiteY9" fmla="*/ 5874327 h 5966265"/>
              <a:gd name="connsiteX10" fmla="*/ 256753 w 11850739"/>
              <a:gd name="connsiteY10" fmla="*/ 5638800 h 5966265"/>
              <a:gd name="connsiteX11" fmla="*/ 603117 w 11850739"/>
              <a:gd name="connsiteY11" fmla="*/ 3352800 h 5966265"/>
              <a:gd name="connsiteX12" fmla="*/ 2792135 w 11850739"/>
              <a:gd name="connsiteY12" fmla="*/ 3726873 h 5966265"/>
              <a:gd name="connsiteX13" fmla="*/ 2321081 w 11850739"/>
              <a:gd name="connsiteY13" fmla="*/ 3325091 h 5966265"/>
              <a:gd name="connsiteX14" fmla="*/ 2902971 w 11850739"/>
              <a:gd name="connsiteY14" fmla="*/ 3283527 h 5966265"/>
              <a:gd name="connsiteX0" fmla="*/ 11783735 w 11850739"/>
              <a:gd name="connsiteY0" fmla="*/ 0 h 5966265"/>
              <a:gd name="connsiteX1" fmla="*/ 6671408 w 11850739"/>
              <a:gd name="connsiteY1" fmla="*/ 1551709 h 5966265"/>
              <a:gd name="connsiteX2" fmla="*/ 5452208 w 11850739"/>
              <a:gd name="connsiteY2" fmla="*/ 2937164 h 5966265"/>
              <a:gd name="connsiteX3" fmla="*/ 11797590 w 11850739"/>
              <a:gd name="connsiteY3" fmla="*/ 3726873 h 5966265"/>
              <a:gd name="connsiteX4" fmla="*/ 8624899 w 11850739"/>
              <a:gd name="connsiteY4" fmla="*/ 41564 h 5966265"/>
              <a:gd name="connsiteX5" fmla="*/ 11118717 w 11850739"/>
              <a:gd name="connsiteY5" fmla="*/ 5805055 h 5966265"/>
              <a:gd name="connsiteX6" fmla="*/ 9830244 w 11850739"/>
              <a:gd name="connsiteY6" fmla="*/ 4488873 h 5966265"/>
              <a:gd name="connsiteX7" fmla="*/ 8043008 w 11850739"/>
              <a:gd name="connsiteY7" fmla="*/ 5791200 h 5966265"/>
              <a:gd name="connsiteX8" fmla="*/ 3332462 w 11850739"/>
              <a:gd name="connsiteY8" fmla="*/ 5153891 h 5966265"/>
              <a:gd name="connsiteX9" fmla="*/ 4011335 w 11850739"/>
              <a:gd name="connsiteY9" fmla="*/ 5874327 h 5966265"/>
              <a:gd name="connsiteX10" fmla="*/ 256753 w 11850739"/>
              <a:gd name="connsiteY10" fmla="*/ 5638800 h 5966265"/>
              <a:gd name="connsiteX11" fmla="*/ 603117 w 11850739"/>
              <a:gd name="connsiteY11" fmla="*/ 3352800 h 5966265"/>
              <a:gd name="connsiteX12" fmla="*/ 2792135 w 11850739"/>
              <a:gd name="connsiteY12" fmla="*/ 3726873 h 5966265"/>
              <a:gd name="connsiteX13" fmla="*/ 2321081 w 11850739"/>
              <a:gd name="connsiteY13" fmla="*/ 3325091 h 5966265"/>
              <a:gd name="connsiteX0" fmla="*/ 11783735 w 11850739"/>
              <a:gd name="connsiteY0" fmla="*/ 0 h 5966265"/>
              <a:gd name="connsiteX1" fmla="*/ 6671408 w 11850739"/>
              <a:gd name="connsiteY1" fmla="*/ 1551709 h 5966265"/>
              <a:gd name="connsiteX2" fmla="*/ 5452208 w 11850739"/>
              <a:gd name="connsiteY2" fmla="*/ 2937164 h 5966265"/>
              <a:gd name="connsiteX3" fmla="*/ 11797590 w 11850739"/>
              <a:gd name="connsiteY3" fmla="*/ 3726873 h 5966265"/>
              <a:gd name="connsiteX4" fmla="*/ 8624899 w 11850739"/>
              <a:gd name="connsiteY4" fmla="*/ 41564 h 5966265"/>
              <a:gd name="connsiteX5" fmla="*/ 11118717 w 11850739"/>
              <a:gd name="connsiteY5" fmla="*/ 5805055 h 5966265"/>
              <a:gd name="connsiteX6" fmla="*/ 9830244 w 11850739"/>
              <a:gd name="connsiteY6" fmla="*/ 4488873 h 5966265"/>
              <a:gd name="connsiteX7" fmla="*/ 8043008 w 11850739"/>
              <a:gd name="connsiteY7" fmla="*/ 5791200 h 5966265"/>
              <a:gd name="connsiteX8" fmla="*/ 3332462 w 11850739"/>
              <a:gd name="connsiteY8" fmla="*/ 5153891 h 5966265"/>
              <a:gd name="connsiteX9" fmla="*/ 4011335 w 11850739"/>
              <a:gd name="connsiteY9" fmla="*/ 5874327 h 5966265"/>
              <a:gd name="connsiteX10" fmla="*/ 256753 w 11850739"/>
              <a:gd name="connsiteY10" fmla="*/ 5638800 h 5966265"/>
              <a:gd name="connsiteX11" fmla="*/ 603117 w 11850739"/>
              <a:gd name="connsiteY11" fmla="*/ 3352800 h 5966265"/>
              <a:gd name="connsiteX12" fmla="*/ 2792135 w 11850739"/>
              <a:gd name="connsiteY12" fmla="*/ 3726873 h 5966265"/>
              <a:gd name="connsiteX0" fmla="*/ 11783735 w 11850739"/>
              <a:gd name="connsiteY0" fmla="*/ 0 h 5966265"/>
              <a:gd name="connsiteX1" fmla="*/ 6671408 w 11850739"/>
              <a:gd name="connsiteY1" fmla="*/ 1551709 h 5966265"/>
              <a:gd name="connsiteX2" fmla="*/ 5452208 w 11850739"/>
              <a:gd name="connsiteY2" fmla="*/ 2937164 h 5966265"/>
              <a:gd name="connsiteX3" fmla="*/ 11797590 w 11850739"/>
              <a:gd name="connsiteY3" fmla="*/ 3726873 h 5966265"/>
              <a:gd name="connsiteX4" fmla="*/ 8624899 w 11850739"/>
              <a:gd name="connsiteY4" fmla="*/ 41564 h 5966265"/>
              <a:gd name="connsiteX5" fmla="*/ 11118717 w 11850739"/>
              <a:gd name="connsiteY5" fmla="*/ 5805055 h 5966265"/>
              <a:gd name="connsiteX6" fmla="*/ 9830244 w 11850739"/>
              <a:gd name="connsiteY6" fmla="*/ 4488873 h 5966265"/>
              <a:gd name="connsiteX7" fmla="*/ 8043008 w 11850739"/>
              <a:gd name="connsiteY7" fmla="*/ 5791200 h 5966265"/>
              <a:gd name="connsiteX8" fmla="*/ 3332462 w 11850739"/>
              <a:gd name="connsiteY8" fmla="*/ 5153891 h 5966265"/>
              <a:gd name="connsiteX9" fmla="*/ 4011335 w 11850739"/>
              <a:gd name="connsiteY9" fmla="*/ 5874327 h 5966265"/>
              <a:gd name="connsiteX10" fmla="*/ 256753 w 11850739"/>
              <a:gd name="connsiteY10" fmla="*/ 5638800 h 5966265"/>
              <a:gd name="connsiteX11" fmla="*/ 603117 w 11850739"/>
              <a:gd name="connsiteY11" fmla="*/ 3352800 h 5966265"/>
              <a:gd name="connsiteX0" fmla="*/ 11526982 w 11593986"/>
              <a:gd name="connsiteY0" fmla="*/ 0 h 5966265"/>
              <a:gd name="connsiteX1" fmla="*/ 6414655 w 11593986"/>
              <a:gd name="connsiteY1" fmla="*/ 1551709 h 5966265"/>
              <a:gd name="connsiteX2" fmla="*/ 5195455 w 11593986"/>
              <a:gd name="connsiteY2" fmla="*/ 2937164 h 5966265"/>
              <a:gd name="connsiteX3" fmla="*/ 11540837 w 11593986"/>
              <a:gd name="connsiteY3" fmla="*/ 3726873 h 5966265"/>
              <a:gd name="connsiteX4" fmla="*/ 8368146 w 11593986"/>
              <a:gd name="connsiteY4" fmla="*/ 41564 h 5966265"/>
              <a:gd name="connsiteX5" fmla="*/ 10861964 w 11593986"/>
              <a:gd name="connsiteY5" fmla="*/ 5805055 h 5966265"/>
              <a:gd name="connsiteX6" fmla="*/ 9573491 w 11593986"/>
              <a:gd name="connsiteY6" fmla="*/ 4488873 h 5966265"/>
              <a:gd name="connsiteX7" fmla="*/ 7786255 w 11593986"/>
              <a:gd name="connsiteY7" fmla="*/ 5791200 h 5966265"/>
              <a:gd name="connsiteX8" fmla="*/ 3075709 w 11593986"/>
              <a:gd name="connsiteY8" fmla="*/ 5153891 h 5966265"/>
              <a:gd name="connsiteX9" fmla="*/ 3754582 w 11593986"/>
              <a:gd name="connsiteY9" fmla="*/ 5874327 h 5966265"/>
              <a:gd name="connsiteX10" fmla="*/ 0 w 11593986"/>
              <a:gd name="connsiteY10" fmla="*/ 5638800 h 596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93986" h="5966265">
                <a:moveTo>
                  <a:pt x="11526982" y="0"/>
                </a:moveTo>
                <a:cubicBezTo>
                  <a:pt x="9498445" y="531091"/>
                  <a:pt x="7469909" y="1062182"/>
                  <a:pt x="6414655" y="1551709"/>
                </a:cubicBezTo>
                <a:cubicBezTo>
                  <a:pt x="5359401" y="2041236"/>
                  <a:pt x="4341091" y="2574637"/>
                  <a:pt x="5195455" y="2937164"/>
                </a:cubicBezTo>
                <a:cubicBezTo>
                  <a:pt x="6049819" y="3299691"/>
                  <a:pt x="11012055" y="4209473"/>
                  <a:pt x="11540837" y="3726873"/>
                </a:cubicBezTo>
                <a:cubicBezTo>
                  <a:pt x="12069619" y="3244273"/>
                  <a:pt x="8481291" y="-304800"/>
                  <a:pt x="8368146" y="41564"/>
                </a:cubicBezTo>
                <a:cubicBezTo>
                  <a:pt x="8255000" y="387928"/>
                  <a:pt x="10661073" y="5063837"/>
                  <a:pt x="10861964" y="5805055"/>
                </a:cubicBezTo>
                <a:cubicBezTo>
                  <a:pt x="11062855" y="6546273"/>
                  <a:pt x="10086109" y="4491182"/>
                  <a:pt x="9573491" y="4488873"/>
                </a:cubicBezTo>
                <a:cubicBezTo>
                  <a:pt x="9060873" y="4486564"/>
                  <a:pt x="8869219" y="5680364"/>
                  <a:pt x="7786255" y="5791200"/>
                </a:cubicBezTo>
                <a:cubicBezTo>
                  <a:pt x="6703291" y="5902036"/>
                  <a:pt x="3747654" y="5140037"/>
                  <a:pt x="3075709" y="5153891"/>
                </a:cubicBezTo>
                <a:cubicBezTo>
                  <a:pt x="2403764" y="5167745"/>
                  <a:pt x="4267200" y="5793509"/>
                  <a:pt x="3754582" y="5874327"/>
                </a:cubicBezTo>
                <a:cubicBezTo>
                  <a:pt x="3241964" y="5955145"/>
                  <a:pt x="568036" y="6059055"/>
                  <a:pt x="0" y="5638800"/>
                </a:cubicBezTo>
              </a:path>
            </a:pathLst>
          </a:custGeom>
          <a:noFill/>
          <a:ln w="31750">
            <a:solidFill>
              <a:srgbClr val="F3D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grpSp>
        <p:nvGrpSpPr>
          <p:cNvPr id="2" name="Group 82">
            <a:extLst>
              <a:ext uri="{FF2B5EF4-FFF2-40B4-BE49-F238E27FC236}">
                <a16:creationId xmlns:a16="http://schemas.microsoft.com/office/drawing/2014/main" id="{FB0820FA-2C13-F31A-BB64-F10E62F690CD}"/>
              </a:ext>
            </a:extLst>
          </p:cNvPr>
          <p:cNvGrpSpPr>
            <a:grpSpLocks noChangeAspect="1"/>
          </p:cNvGrpSpPr>
          <p:nvPr/>
        </p:nvGrpSpPr>
        <p:grpSpPr>
          <a:xfrm>
            <a:off x="161866" y="306750"/>
            <a:ext cx="8705046" cy="5767423"/>
            <a:chOff x="1027152" y="2693983"/>
            <a:chExt cx="6796849" cy="4462905"/>
          </a:xfrm>
        </p:grpSpPr>
        <p:grpSp>
          <p:nvGrpSpPr>
            <p:cNvPr id="3" name="Group 83">
              <a:extLst>
                <a:ext uri="{FF2B5EF4-FFF2-40B4-BE49-F238E27FC236}">
                  <a16:creationId xmlns:a16="http://schemas.microsoft.com/office/drawing/2014/main" id="{396EC102-00CB-3D89-EECF-BF4F39921775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8" name="AutoShape 1">
                <a:extLst>
                  <a:ext uri="{FF2B5EF4-FFF2-40B4-BE49-F238E27FC236}">
                    <a16:creationId xmlns:a16="http://schemas.microsoft.com/office/drawing/2014/main" id="{472A8F22-5BF6-7101-8A03-FB8C9F0843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tx1">
                  <a:lumMod val="95000"/>
                  <a:lumOff val="5000"/>
                  <a:alpha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ato Light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90870732-1E19-7896-DAB3-66AB5017E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rgbClr val="F3DD00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ato Light"/>
                </a:endParaRPr>
              </a:p>
            </p:txBody>
          </p:sp>
          <p:sp>
            <p:nvSpPr>
              <p:cNvPr id="10" name="AutoShape 3">
                <a:extLst>
                  <a:ext uri="{FF2B5EF4-FFF2-40B4-BE49-F238E27FC236}">
                    <a16:creationId xmlns:a16="http://schemas.microsoft.com/office/drawing/2014/main" id="{629B8079-23FF-6E74-BAF6-C17CFB252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rgbClr val="FFC000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ato Light"/>
                </a:endParaRPr>
              </a:p>
            </p:txBody>
          </p:sp>
          <p:sp>
            <p:nvSpPr>
              <p:cNvPr id="11" name="Oval 4">
                <a:extLst>
                  <a:ext uri="{FF2B5EF4-FFF2-40B4-BE49-F238E27FC236}">
                    <a16:creationId xmlns:a16="http://schemas.microsoft.com/office/drawing/2014/main" id="{B9A98C04-7771-9F9B-9C43-C13D611373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ato Light"/>
                </a:endParaRPr>
              </a:p>
            </p:txBody>
          </p:sp>
          <p:sp>
            <p:nvSpPr>
              <p:cNvPr id="12" name="Oval 5">
                <a:extLst>
                  <a:ext uri="{FF2B5EF4-FFF2-40B4-BE49-F238E27FC236}">
                    <a16:creationId xmlns:a16="http://schemas.microsoft.com/office/drawing/2014/main" id="{9C132226-B708-5AE3-AF6D-773F1200C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ato Light"/>
                </a:endParaRPr>
              </a:p>
            </p:txBody>
          </p:sp>
          <p:sp>
            <p:nvSpPr>
              <p:cNvPr id="13" name="Oval 6">
                <a:extLst>
                  <a:ext uri="{FF2B5EF4-FFF2-40B4-BE49-F238E27FC236}">
                    <a16:creationId xmlns:a16="http://schemas.microsoft.com/office/drawing/2014/main" id="{CC53B503-440B-59C0-A232-D24E62723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ato Light"/>
                </a:endParaRPr>
              </a:p>
            </p:txBody>
          </p:sp>
          <p:sp>
            <p:nvSpPr>
              <p:cNvPr id="14" name="Rectangle 92">
                <a:extLst>
                  <a:ext uri="{FF2B5EF4-FFF2-40B4-BE49-F238E27FC236}">
                    <a16:creationId xmlns:a16="http://schemas.microsoft.com/office/drawing/2014/main" id="{ABEC4C69-6CB6-A63F-B752-35492B75C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ato Light"/>
                </a:endParaRPr>
              </a:p>
            </p:txBody>
          </p:sp>
          <p:grpSp>
            <p:nvGrpSpPr>
              <p:cNvPr id="15" name="Group 93">
                <a:extLst>
                  <a:ext uri="{FF2B5EF4-FFF2-40B4-BE49-F238E27FC236}">
                    <a16:creationId xmlns:a16="http://schemas.microsoft.com/office/drawing/2014/main" id="{4234AB8F-4D50-D378-D622-11B98BB8BF50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9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18" name="Freeform 13">
                  <a:extLst>
                    <a:ext uri="{FF2B5EF4-FFF2-40B4-BE49-F238E27FC236}">
                      <a16:creationId xmlns:a16="http://schemas.microsoft.com/office/drawing/2014/main" id="{C0583919-DE98-DABF-015C-86ABB6625C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Lato Light"/>
                  </a:endParaRPr>
                </a:p>
              </p:txBody>
            </p:sp>
            <p:sp>
              <p:nvSpPr>
                <p:cNvPr id="19" name="Freeform 14">
                  <a:extLst>
                    <a:ext uri="{FF2B5EF4-FFF2-40B4-BE49-F238E27FC236}">
                      <a16:creationId xmlns:a16="http://schemas.microsoft.com/office/drawing/2014/main" id="{2681A67E-F313-F652-E587-C5B030785B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Lato Light"/>
                  </a:endParaRPr>
                </a:p>
              </p:txBody>
            </p:sp>
            <p:sp>
              <p:nvSpPr>
                <p:cNvPr id="20" name="Freeform 15">
                  <a:extLst>
                    <a:ext uri="{FF2B5EF4-FFF2-40B4-BE49-F238E27FC236}">
                      <a16:creationId xmlns:a16="http://schemas.microsoft.com/office/drawing/2014/main" id="{F8DFD3B3-8BF8-911D-0E43-54D5205A41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Lato Light"/>
                  </a:endParaRPr>
                </a:p>
              </p:txBody>
            </p:sp>
            <p:sp>
              <p:nvSpPr>
                <p:cNvPr id="21" name="Freeform 16">
                  <a:extLst>
                    <a:ext uri="{FF2B5EF4-FFF2-40B4-BE49-F238E27FC236}">
                      <a16:creationId xmlns:a16="http://schemas.microsoft.com/office/drawing/2014/main" id="{9BA93DC6-B999-6B61-7786-ACA748F307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Lato Light"/>
                  </a:endParaRPr>
                </a:p>
              </p:txBody>
            </p:sp>
            <p:sp>
              <p:nvSpPr>
                <p:cNvPr id="22" name="Freeform 17">
                  <a:extLst>
                    <a:ext uri="{FF2B5EF4-FFF2-40B4-BE49-F238E27FC236}">
                      <a16:creationId xmlns:a16="http://schemas.microsoft.com/office/drawing/2014/main" id="{C49266B5-8000-97AB-7EC9-B314CCFC02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Lato Light"/>
                  </a:endParaRPr>
                </a:p>
              </p:txBody>
            </p:sp>
            <p:sp>
              <p:nvSpPr>
                <p:cNvPr id="23" name="Freeform 18">
                  <a:extLst>
                    <a:ext uri="{FF2B5EF4-FFF2-40B4-BE49-F238E27FC236}">
                      <a16:creationId xmlns:a16="http://schemas.microsoft.com/office/drawing/2014/main" id="{BBACEF42-14CB-D72A-5D3B-F4D503824A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Lato Light"/>
                  </a:endParaRPr>
                </a:p>
              </p:txBody>
            </p:sp>
            <p:sp>
              <p:nvSpPr>
                <p:cNvPr id="24" name="Freeform 19">
                  <a:extLst>
                    <a:ext uri="{FF2B5EF4-FFF2-40B4-BE49-F238E27FC236}">
                      <a16:creationId xmlns:a16="http://schemas.microsoft.com/office/drawing/2014/main" id="{FF1528C4-A124-8A09-0EED-A665D12550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Lato Light"/>
                  </a:endParaRPr>
                </a:p>
              </p:txBody>
            </p:sp>
            <p:sp>
              <p:nvSpPr>
                <p:cNvPr id="25" name="Freeform 20">
                  <a:extLst>
                    <a:ext uri="{FF2B5EF4-FFF2-40B4-BE49-F238E27FC236}">
                      <a16:creationId xmlns:a16="http://schemas.microsoft.com/office/drawing/2014/main" id="{81D3CA2D-CEBB-300E-C628-39A53B6967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Lato Light"/>
                  </a:endParaRPr>
                </a:p>
              </p:txBody>
            </p:sp>
            <p:sp>
              <p:nvSpPr>
                <p:cNvPr id="26" name="Freeform 21">
                  <a:extLst>
                    <a:ext uri="{FF2B5EF4-FFF2-40B4-BE49-F238E27FC236}">
                      <a16:creationId xmlns:a16="http://schemas.microsoft.com/office/drawing/2014/main" id="{DD121F7A-630E-BEBF-A89D-8C975B3594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Lato Light"/>
                  </a:endParaRPr>
                </a:p>
              </p:txBody>
            </p:sp>
          </p:grpSp>
          <p:sp>
            <p:nvSpPr>
              <p:cNvPr id="16" name="Freeform 25">
                <a:extLst>
                  <a:ext uri="{FF2B5EF4-FFF2-40B4-BE49-F238E27FC236}">
                    <a16:creationId xmlns:a16="http://schemas.microsoft.com/office/drawing/2014/main" id="{13F407D5-A09A-EAA0-BD00-5D303BFEF7EF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257863DF-C005-EF03-889E-19C870A31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ato Light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99207C-2F19-6501-8C80-4320C97445D3}"/>
                </a:ext>
              </a:extLst>
            </p:cNvPr>
            <p:cNvSpPr txBox="1"/>
            <p:nvPr/>
          </p:nvSpPr>
          <p:spPr>
            <a:xfrm>
              <a:off x="2449414" y="3077894"/>
              <a:ext cx="1776105" cy="204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Helvetica Neue" panose="02000503000000020004" pitchFamily="2" charset="0"/>
                </a:rPr>
                <a:t>www.i</a:t>
              </a:r>
              <a:r>
                <a:rPr lang="en" sz="10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Helvetica Neue" panose="02000503000000020004" pitchFamily="2" charset="0"/>
                </a:rPr>
                <a:t>dea-msk.space</a:t>
              </a:r>
              <a:endParaRPr lang="en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503000000020004" pitchFamily="2" charset="0"/>
              </a:endParaRPr>
            </a:p>
          </p:txBody>
        </p: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B7ED8FEE-AB95-70AA-B8B8-EB3C152C20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ato Light"/>
              </a:endParaRPr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589240"/>
            <a:ext cx="1435100" cy="965200"/>
          </a:xfrm>
          <a:prstGeom prst="rect">
            <a:avLst/>
          </a:prstGeom>
        </p:spPr>
      </p:pic>
      <p:pic>
        <p:nvPicPr>
          <p:cNvPr id="28" name="screencast">
            <a:hlinkClick r:id="" action="ppaction://media"/>
            <a:extLst>
              <a:ext uri="{FF2B5EF4-FFF2-40B4-BE49-F238E27FC236}">
                <a16:creationId xmlns:a16="http://schemas.microsoft.com/office/drawing/2014/main" id="{CDAC3F97-EF3E-ACF6-99E9-3F8D375D52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8722" y="1150456"/>
            <a:ext cx="8607286" cy="423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0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589240"/>
            <a:ext cx="1435100" cy="965200"/>
          </a:xfrm>
          <a:prstGeom prst="rect">
            <a:avLst/>
          </a:prstGeom>
        </p:spPr>
      </p:pic>
      <p:pic>
        <p:nvPicPr>
          <p:cNvPr id="12" name="Google Shape;169;p21">
            <a:extLst>
              <a:ext uri="{FF2B5EF4-FFF2-40B4-BE49-F238E27FC236}">
                <a16:creationId xmlns:a16="http://schemas.microsoft.com/office/drawing/2014/main" id="{64B12854-272A-C05B-90ED-1FEA83BE0307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12360" y="5517232"/>
            <a:ext cx="1268925" cy="124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447A733-15BD-2C6A-DA59-EBFC0A2C86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01" y="290488"/>
            <a:ext cx="1549857" cy="1549857"/>
          </a:xfrm>
          <a:prstGeom prst="rect">
            <a:avLst/>
          </a:prstGeom>
        </p:spPr>
      </p:pic>
      <p:sp>
        <p:nvSpPr>
          <p:cNvPr id="39" name="Заголовок 6">
            <a:extLst>
              <a:ext uri="{FF2B5EF4-FFF2-40B4-BE49-F238E27FC236}">
                <a16:creationId xmlns:a16="http://schemas.microsoft.com/office/drawing/2014/main" id="{22612242-5424-EFBB-04D0-59E26C80A3FC}"/>
              </a:ext>
            </a:extLst>
          </p:cNvPr>
          <p:cNvSpPr txBox="1">
            <a:spLocks/>
          </p:cNvSpPr>
          <p:nvPr/>
        </p:nvSpPr>
        <p:spPr>
          <a:xfrm>
            <a:off x="2269503" y="461319"/>
            <a:ext cx="3382617" cy="591417"/>
          </a:xfrm>
          <a:prstGeom prst="rect">
            <a:avLst/>
          </a:prstGeom>
        </p:spPr>
        <p:txBody>
          <a:bodyPr/>
          <a:lstStyle>
            <a:lvl1pPr algn="ctr">
              <a:defRPr sz="4400" kern="1200">
                <a:solidFill>
                  <a:schemeClr val="lt1"/>
                </a:solidFill>
              </a:defRPr>
            </a:lvl1pPr>
            <a:extLst/>
          </a:lstStyle>
          <a:p>
            <a:r>
              <a:rPr lang="en-US" sz="3500" b="1">
                <a:solidFill>
                  <a:srgbClr val="F3DD00"/>
                </a:solidFill>
                <a:sym typeface="Oswald"/>
              </a:rPr>
              <a:t>idea</a:t>
            </a:r>
            <a:r>
              <a:rPr lang="ru-RU" sz="3500" b="1">
                <a:solidFill>
                  <a:srgbClr val="F3DD00"/>
                </a:solidFill>
                <a:sym typeface="Oswald"/>
              </a:rPr>
              <a:t>-</a:t>
            </a:r>
            <a:r>
              <a:rPr lang="en-US" sz="3500" b="1" err="1">
                <a:solidFill>
                  <a:srgbClr val="F3DD00"/>
                </a:solidFill>
                <a:sym typeface="Oswald"/>
              </a:rPr>
              <a:t>msk.space</a:t>
            </a:r>
            <a:endParaRPr lang="ru-RU" sz="3500" b="1">
              <a:solidFill>
                <a:srgbClr val="F3DD00"/>
              </a:solidFill>
            </a:endParaRPr>
          </a:p>
        </p:txBody>
      </p:sp>
      <p:pic>
        <p:nvPicPr>
          <p:cNvPr id="41" name="Google Shape;167;p21">
            <a:extLst>
              <a:ext uri="{FF2B5EF4-FFF2-40B4-BE49-F238E27FC236}">
                <a16:creationId xmlns:a16="http://schemas.microsoft.com/office/drawing/2014/main" id="{E37EA3D6-745B-7E2E-CFB7-9B3EDC9D3C1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9">
            <a:alphaModFix/>
          </a:blip>
          <a:srcRect l="7361" t="4115" r="5564" b="22205"/>
          <a:stretch/>
        </p:blipFill>
        <p:spPr>
          <a:xfrm>
            <a:off x="752687" y="2253840"/>
            <a:ext cx="1338094" cy="143986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171;p21">
            <a:extLst>
              <a:ext uri="{FF2B5EF4-FFF2-40B4-BE49-F238E27FC236}">
                <a16:creationId xmlns:a16="http://schemas.microsoft.com/office/drawing/2014/main" id="{F53EA0AF-5330-4291-5B81-AB08D04001D5}"/>
              </a:ext>
            </a:extLst>
          </p:cNvPr>
          <p:cNvSpPr/>
          <p:nvPr/>
        </p:nvSpPr>
        <p:spPr>
          <a:xfrm>
            <a:off x="0" y="3992169"/>
            <a:ext cx="3176922" cy="14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23"/>
              </a:buClr>
              <a:buSzPts val="4000"/>
              <a:buFont typeface="Golos Text"/>
              <a:buNone/>
            </a:pPr>
            <a:r>
              <a:rPr lang="ru-RU" sz="1700" b="1" i="0" u="none" strike="noStrike" cap="none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Мокин</a:t>
            </a:r>
            <a:r>
              <a:rPr lang="ru-RU" sz="1700" b="1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 Арсений</a:t>
            </a:r>
            <a:endParaRPr sz="1700" b="1" i="0" u="none" strike="noStrike" cap="none">
              <a:solidFill>
                <a:schemeClr val="lt1"/>
              </a:solidFill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23"/>
              </a:buClr>
              <a:buSzPts val="2400"/>
              <a:buFont typeface="Golos Text"/>
              <a:buNone/>
            </a:pPr>
            <a: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Аспирант </a:t>
            </a:r>
            <a:b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</a:br>
            <a: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МГУ им. М.В. Ломоносова</a:t>
            </a:r>
            <a:b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</a:br>
            <a: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ML, UX/UI, </a:t>
            </a:r>
            <a:r>
              <a:rPr lang="ru-RU" sz="1700" b="0" i="0" u="none" strike="noStrike" cap="none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Frontend</a:t>
            </a:r>
            <a:endParaRPr sz="1700" b="0" i="0" u="none" strike="noStrike" cap="none">
              <a:solidFill>
                <a:schemeClr val="lt1"/>
              </a:solidFill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23"/>
              </a:buClr>
              <a:buSzPts val="2400"/>
              <a:buFont typeface="Golos Text"/>
              <a:buNone/>
            </a:pPr>
            <a:r>
              <a:rPr lang="ru-RU" sz="1700" b="1" i="0" u="none" strike="noStrike" cap="none">
                <a:solidFill>
                  <a:srgbClr val="FFFF00"/>
                </a:solidFill>
                <a:ea typeface="Arial"/>
                <a:cs typeface="Arial"/>
                <a:sym typeface="Arial"/>
              </a:rPr>
              <a:t>@</a:t>
            </a:r>
            <a:r>
              <a:rPr lang="ru-RU" sz="1700" b="1" i="0" u="none" strike="noStrike" cap="none" err="1">
                <a:solidFill>
                  <a:srgbClr val="FFFF00"/>
                </a:solidFill>
                <a:ea typeface="Arial"/>
                <a:cs typeface="Arial"/>
                <a:sym typeface="Arial"/>
              </a:rPr>
              <a:t>cringenius</a:t>
            </a:r>
            <a:endParaRPr sz="1700" b="1" i="0" u="none" strike="noStrike" cap="none">
              <a:solidFill>
                <a:srgbClr val="FFFF00"/>
              </a:solidFill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23"/>
              </a:buClr>
              <a:buSzPts val="2400"/>
              <a:buFont typeface="Golos Text"/>
              <a:buNone/>
            </a:pPr>
            <a:endParaRPr sz="1700" b="0" i="0" u="none" strike="noStrike" cap="none">
              <a:solidFill>
                <a:schemeClr val="lt1"/>
              </a:solidFill>
              <a:ea typeface="Golos Text"/>
              <a:cs typeface="Golos Text"/>
              <a:sym typeface="Golos Text"/>
            </a:endParaRPr>
          </a:p>
        </p:txBody>
      </p:sp>
      <p:pic>
        <p:nvPicPr>
          <p:cNvPr id="44" name="Google Shape;172;p21">
            <a:extLst>
              <a:ext uri="{FF2B5EF4-FFF2-40B4-BE49-F238E27FC236}">
                <a16:creationId xmlns:a16="http://schemas.microsoft.com/office/drawing/2014/main" id="{EA3466DB-C23F-2C00-70E9-B0E6612CA47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b="20679"/>
          <a:stretch/>
        </p:blipFill>
        <p:spPr>
          <a:xfrm>
            <a:off x="3758941" y="2253840"/>
            <a:ext cx="1268925" cy="143986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165;p21">
            <a:extLst>
              <a:ext uri="{FF2B5EF4-FFF2-40B4-BE49-F238E27FC236}">
                <a16:creationId xmlns:a16="http://schemas.microsoft.com/office/drawing/2014/main" id="{842D0A8A-8884-B80B-3E14-3689CB61B8FB}"/>
              </a:ext>
            </a:extLst>
          </p:cNvPr>
          <p:cNvSpPr/>
          <p:nvPr/>
        </p:nvSpPr>
        <p:spPr>
          <a:xfrm>
            <a:off x="3015169" y="3980779"/>
            <a:ext cx="2854800" cy="138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Ивлева Юлия</a:t>
            </a:r>
            <a:endParaRPr sz="1700" b="1" i="0" u="none" strike="noStrike" cap="none">
              <a:solidFill>
                <a:schemeClr val="lt1"/>
              </a:solidFill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Выпускник </a:t>
            </a:r>
            <a:b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</a:br>
            <a: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МГУ им. М.В. Ломоносова</a:t>
            </a:r>
            <a:b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</a:br>
            <a: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UX/UI, </a:t>
            </a:r>
            <a:r>
              <a:rPr lang="ru-RU" sz="1700" b="0" i="0" u="none" strike="noStrike" cap="none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Backend</a:t>
            </a:r>
            <a:endParaRPr sz="1700" b="0" i="0" u="none" strike="noStrike" cap="none">
              <a:solidFill>
                <a:schemeClr val="lt1"/>
              </a:solidFill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u="none" strike="noStrike" cap="none">
                <a:solidFill>
                  <a:srgbClr val="FFFF00"/>
                </a:solidFill>
                <a:ea typeface="Arial"/>
                <a:cs typeface="Arial"/>
                <a:sym typeface="Arial"/>
              </a:rPr>
              <a:t>@</a:t>
            </a:r>
            <a:r>
              <a:rPr lang="ru-RU" sz="1700" b="1" i="0" u="none" strike="noStrike" cap="none" err="1">
                <a:solidFill>
                  <a:srgbClr val="FFFF00"/>
                </a:solidFill>
                <a:ea typeface="Arial"/>
                <a:cs typeface="Arial"/>
                <a:sym typeface="Arial"/>
              </a:rPr>
              <a:t>crinjulia</a:t>
            </a:r>
            <a:endParaRPr sz="1700" b="1" i="0" u="none" strike="noStrike" cap="none">
              <a:solidFill>
                <a:srgbClr val="FFFF00"/>
              </a:solidFill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23"/>
              </a:buClr>
              <a:buSzPts val="2400"/>
              <a:buFont typeface="Golos Text"/>
              <a:buNone/>
            </a:pPr>
            <a:endParaRPr sz="1700" b="0" i="0" u="none" strike="noStrike" cap="none">
              <a:solidFill>
                <a:srgbClr val="110E23"/>
              </a:solidFill>
              <a:ea typeface="Golos Text"/>
              <a:cs typeface="Golos Text"/>
              <a:sym typeface="Golos Text"/>
            </a:endParaRPr>
          </a:p>
        </p:txBody>
      </p:sp>
      <p:pic>
        <p:nvPicPr>
          <p:cNvPr id="46" name="Google Shape;168;p21">
            <a:extLst>
              <a:ext uri="{FF2B5EF4-FFF2-40B4-BE49-F238E27FC236}">
                <a16:creationId xmlns:a16="http://schemas.microsoft.com/office/drawing/2014/main" id="{C40F30A4-B15A-1C4E-59BA-A9476C8AB80E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FFC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6904818" y="2257536"/>
            <a:ext cx="1210800" cy="16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166;p21">
            <a:extLst>
              <a:ext uri="{FF2B5EF4-FFF2-40B4-BE49-F238E27FC236}">
                <a16:creationId xmlns:a16="http://schemas.microsoft.com/office/drawing/2014/main" id="{872FFE0E-3C72-2051-CE6E-57D57BF79A1F}"/>
              </a:ext>
            </a:extLst>
          </p:cNvPr>
          <p:cNvSpPr/>
          <p:nvPr/>
        </p:nvSpPr>
        <p:spPr>
          <a:xfrm>
            <a:off x="6108955" y="4124754"/>
            <a:ext cx="2761500" cy="137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23"/>
              </a:buClr>
              <a:buSzPts val="4000"/>
              <a:buFont typeface="Arial"/>
              <a:buNone/>
            </a:pPr>
            <a:r>
              <a:rPr lang="ru-RU" sz="1700" b="1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Родионов Иван</a:t>
            </a:r>
            <a:endParaRPr sz="1700" b="1" i="0" u="none" strike="noStrike" cap="none">
              <a:solidFill>
                <a:schemeClr val="lt1"/>
              </a:solidFill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23"/>
              </a:buClr>
              <a:buSzPts val="2400"/>
              <a:buFont typeface="Arial"/>
              <a:buNone/>
            </a:pPr>
            <a: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Аспирант </a:t>
            </a:r>
            <a:b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</a:br>
            <a: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МГУ им. М.В. Ломоносова</a:t>
            </a:r>
            <a:b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</a:br>
            <a:r>
              <a:rPr lang="ru-RU" sz="1700" b="0" i="0" u="none" strike="noStrike" cap="none">
                <a:solidFill>
                  <a:schemeClr val="lt1"/>
                </a:solidFill>
                <a:ea typeface="Arial"/>
                <a:cs typeface="Arial"/>
                <a:sym typeface="Arial"/>
              </a:rPr>
              <a:t>ML, </a:t>
            </a:r>
            <a:r>
              <a:rPr lang="ru-RU" sz="1700" b="0" i="0" u="none" strike="noStrike" cap="none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Backend</a:t>
            </a:r>
            <a:endParaRPr sz="1700" b="0" i="0" u="none" strike="noStrike" cap="none">
              <a:solidFill>
                <a:schemeClr val="lt1"/>
              </a:solidFill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0E23"/>
              </a:buClr>
              <a:buSzPts val="1100"/>
              <a:buFont typeface="Arial"/>
              <a:buNone/>
            </a:pPr>
            <a:r>
              <a:rPr lang="ru-RU" sz="1700" b="1" i="0" u="none" strike="noStrike" cap="none">
                <a:solidFill>
                  <a:srgbClr val="FFFF00"/>
                </a:solidFill>
                <a:ea typeface="Arial"/>
                <a:cs typeface="Arial"/>
                <a:sym typeface="Arial"/>
              </a:rPr>
              <a:t>@</a:t>
            </a:r>
            <a:r>
              <a:rPr lang="ru-RU" sz="1700" b="1" i="0" u="none" strike="noStrike" cap="none" err="1">
                <a:solidFill>
                  <a:srgbClr val="FFFF00"/>
                </a:solidFill>
                <a:ea typeface="Arial"/>
                <a:cs typeface="Arial"/>
                <a:sym typeface="Arial"/>
              </a:rPr>
              <a:t>vkedaxxx</a:t>
            </a:r>
            <a:endParaRPr sz="1700" b="1" i="0" u="none" strike="noStrike" cap="none">
              <a:solidFill>
                <a:srgbClr val="FFFF00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529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4EA37-743B-9008-0AA3-55C7647A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60" b="97810" l="3689" r="97951">
                        <a14:foregroundMark x1="72131" y1="5474" x2="72131" y2="5474"/>
                        <a14:foregroundMark x1="9836" y1="14964" x2="9836" y2="14964"/>
                        <a14:foregroundMark x1="74180" y1="4015" x2="74180" y2="4015"/>
                        <a14:foregroundMark x1="75820" y1="4015" x2="78689" y2="1460"/>
                        <a14:foregroundMark x1="86066" y1="9854" x2="94262" y2="20073"/>
                        <a14:foregroundMark x1="94262" y1="20073" x2="97951" y2="17518"/>
                        <a14:foregroundMark x1="40164" y1="92701" x2="46721" y2="92336"/>
                        <a14:foregroundMark x1="3689" y1="13139" x2="5328" y2="21168"/>
                        <a14:foregroundMark x1="47951" y1="97445" x2="38115" y2="97810"/>
                        <a14:foregroundMark x1="59426" y1="18248" x2="53689" y2="29197"/>
                        <a14:foregroundMark x1="53689" y1="29197" x2="38525" y2="34307"/>
                        <a14:foregroundMark x1="56967" y1="13869" x2="56967" y2="26277"/>
                        <a14:foregroundMark x1="56967" y1="26277" x2="69672" y2="27007"/>
                        <a14:foregroundMark x1="69672" y1="27007" x2="24180" y2="34672"/>
                        <a14:foregroundMark x1="24180" y1="34672" x2="36885" y2="35401"/>
                        <a14:foregroundMark x1="36885" y1="35401" x2="41803" y2="48175"/>
                        <a14:foregroundMark x1="41803" y1="48175" x2="41393" y2="48540"/>
                        <a14:foregroundMark x1="26639" y1="59854" x2="26639" y2="61679"/>
                        <a14:foregroundMark x1="45492" y1="81387" x2="88934" y2="50730"/>
                        <a14:backgroundMark x1="73770" y1="12774" x2="73770" y2="12774"/>
                        <a14:backgroundMark x1="73770" y1="12774" x2="73770" y2="12774"/>
                        <a14:backgroundMark x1="73770" y1="12774" x2="71721" y2="14599"/>
                        <a14:backgroundMark x1="71721" y1="44891" x2="60656" y2="45255"/>
                        <a14:backgroundMark x1="89754" y1="32117" x2="89754" y2="32117"/>
                        <a14:backgroundMark x1="43852" y1="59854" x2="43852" y2="59854"/>
                        <a14:backgroundMark x1="43852" y1="59854" x2="41393" y2="59124"/>
                        <a14:backgroundMark x1="61066" y1="4380" x2="56148" y2="43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37" y="0"/>
            <a:ext cx="1463063" cy="16429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5EE39-E74E-5F0B-DD8A-F9EB88853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589240"/>
            <a:ext cx="14351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6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34">
  <a:themeElements>
    <a:clrScheme name="Theme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(4:3)</PresentationFormat>
  <Slides>14</Slides>
  <Notes>1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Theme34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revision>105</cp:revision>
  <dcterms:created xsi:type="dcterms:W3CDTF">2025-11-12T19:30:09Z</dcterms:created>
  <dcterms:modified xsi:type="dcterms:W3CDTF">2025-11-17T14:41:47Z</dcterms:modified>
  <cp:category/>
</cp:coreProperties>
</file>